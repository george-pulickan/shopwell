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6"/>
  </p:notesMasterIdLst>
  <p:sldIdLst>
    <p:sldId id="2147483628" r:id="rId2"/>
    <p:sldId id="2147483629" r:id="rId3"/>
    <p:sldId id="2147483636" r:id="rId4"/>
    <p:sldId id="292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2026 Project" id="{C4A669F0-B9A2-C64D-9FD0-603AC247FCC7}">
          <p14:sldIdLst>
            <p14:sldId id="2147483628"/>
            <p14:sldId id="2147483629"/>
            <p14:sldId id="2147483636"/>
            <p14:sldId id="29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E57ED-781E-4DE3-A564-6FCCB4B6B8FB}" v="358" dt="2026-07-06T08:37:45.499"/>
    <p1510:client id="{C56356B1-C2FC-DC31-C9E8-080B9766D369}" v="10" dt="2026-07-06T08:14:56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949" autoAdjust="0"/>
  </p:normalViewPr>
  <p:slideViewPr>
    <p:cSldViewPr snapToGrid="0">
      <p:cViewPr varScale="1">
        <p:scale>
          <a:sx n="114" d="100"/>
          <a:sy n="114" d="100"/>
        </p:scale>
        <p:origin x="47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rina Poll" userId="e37d4011-9ea3-4deb-a0ee-0510b64e7187" providerId="ADAL" clId="{2BA24524-4C28-4AF2-914F-E5BE22FFE1FD}"/>
    <pc:docChg chg="custSel delSld modSld delMainMaster delSection modSection">
      <pc:chgData name="Sabrina Poll" userId="e37d4011-9ea3-4deb-a0ee-0510b64e7187" providerId="ADAL" clId="{2BA24524-4C28-4AF2-914F-E5BE22FFE1FD}" dt="2026-07-06T15:43:40.660" v="76" actId="18676"/>
      <pc:docMkLst>
        <pc:docMk/>
      </pc:docMkLst>
      <pc:sldChg chg="del">
        <pc:chgData name="Sabrina Poll" userId="e37d4011-9ea3-4deb-a0ee-0510b64e7187" providerId="ADAL" clId="{2BA24524-4C28-4AF2-914F-E5BE22FFE1FD}" dt="2026-07-06T15:43:40.660" v="76" actId="18676"/>
        <pc:sldMkLst>
          <pc:docMk/>
          <pc:sldMk cId="0" sldId="256"/>
        </pc:sldMkLst>
      </pc:sldChg>
      <pc:sldChg chg="del">
        <pc:chgData name="Sabrina Poll" userId="e37d4011-9ea3-4deb-a0ee-0510b64e7187" providerId="ADAL" clId="{2BA24524-4C28-4AF2-914F-E5BE22FFE1FD}" dt="2026-07-06T15:43:40.660" v="76" actId="18676"/>
        <pc:sldMkLst>
          <pc:docMk/>
          <pc:sldMk cId="0" sldId="257"/>
        </pc:sldMkLst>
      </pc:sldChg>
      <pc:sldChg chg="del">
        <pc:chgData name="Sabrina Poll" userId="e37d4011-9ea3-4deb-a0ee-0510b64e7187" providerId="ADAL" clId="{2BA24524-4C28-4AF2-914F-E5BE22FFE1FD}" dt="2026-07-06T15:43:40.660" v="76" actId="18676"/>
        <pc:sldMkLst>
          <pc:docMk/>
          <pc:sldMk cId="0" sldId="258"/>
        </pc:sldMkLst>
      </pc:sldChg>
      <pc:sldChg chg="del">
        <pc:chgData name="Sabrina Poll" userId="e37d4011-9ea3-4deb-a0ee-0510b64e7187" providerId="ADAL" clId="{2BA24524-4C28-4AF2-914F-E5BE22FFE1FD}" dt="2026-07-06T15:43:40.660" v="76" actId="18676"/>
        <pc:sldMkLst>
          <pc:docMk/>
          <pc:sldMk cId="0" sldId="259"/>
        </pc:sldMkLst>
      </pc:sldChg>
      <pc:sldChg chg="del">
        <pc:chgData name="Sabrina Poll" userId="e37d4011-9ea3-4deb-a0ee-0510b64e7187" providerId="ADAL" clId="{2BA24524-4C28-4AF2-914F-E5BE22FFE1FD}" dt="2026-07-06T15:43:40.660" v="76" actId="18676"/>
        <pc:sldMkLst>
          <pc:docMk/>
          <pc:sldMk cId="0" sldId="260"/>
        </pc:sldMkLst>
      </pc:sldChg>
      <pc:sldChg chg="del">
        <pc:chgData name="Sabrina Poll" userId="e37d4011-9ea3-4deb-a0ee-0510b64e7187" providerId="ADAL" clId="{2BA24524-4C28-4AF2-914F-E5BE22FFE1FD}" dt="2026-07-06T15:43:40.660" v="76" actId="18676"/>
        <pc:sldMkLst>
          <pc:docMk/>
          <pc:sldMk cId="0" sldId="261"/>
        </pc:sldMkLst>
      </pc:sldChg>
      <pc:sldChg chg="del">
        <pc:chgData name="Sabrina Poll" userId="e37d4011-9ea3-4deb-a0ee-0510b64e7187" providerId="ADAL" clId="{2BA24524-4C28-4AF2-914F-E5BE22FFE1FD}" dt="2026-07-06T15:43:40.660" v="76" actId="18676"/>
        <pc:sldMkLst>
          <pc:docMk/>
          <pc:sldMk cId="0" sldId="262"/>
        </pc:sldMkLst>
      </pc:sldChg>
      <pc:sldChg chg="del">
        <pc:chgData name="Sabrina Poll" userId="e37d4011-9ea3-4deb-a0ee-0510b64e7187" providerId="ADAL" clId="{2BA24524-4C28-4AF2-914F-E5BE22FFE1FD}" dt="2026-07-06T15:43:40.660" v="76" actId="18676"/>
        <pc:sldMkLst>
          <pc:docMk/>
          <pc:sldMk cId="0" sldId="263"/>
        </pc:sldMkLst>
      </pc:sldChg>
      <pc:sldChg chg="del">
        <pc:chgData name="Sabrina Poll" userId="e37d4011-9ea3-4deb-a0ee-0510b64e7187" providerId="ADAL" clId="{2BA24524-4C28-4AF2-914F-E5BE22FFE1FD}" dt="2026-07-06T15:43:40.660" v="76" actId="18676"/>
        <pc:sldMkLst>
          <pc:docMk/>
          <pc:sldMk cId="0" sldId="264"/>
        </pc:sldMkLst>
      </pc:sldChg>
      <pc:sldChg chg="del">
        <pc:chgData name="Sabrina Poll" userId="e37d4011-9ea3-4deb-a0ee-0510b64e7187" providerId="ADAL" clId="{2BA24524-4C28-4AF2-914F-E5BE22FFE1FD}" dt="2026-07-06T15:43:26.521" v="71" actId="47"/>
        <pc:sldMkLst>
          <pc:docMk/>
          <pc:sldMk cId="2698837697" sldId="279"/>
        </pc:sldMkLst>
      </pc:sldChg>
      <pc:sldChg chg="del">
        <pc:chgData name="Sabrina Poll" userId="e37d4011-9ea3-4deb-a0ee-0510b64e7187" providerId="ADAL" clId="{2BA24524-4C28-4AF2-914F-E5BE22FFE1FD}" dt="2026-07-06T15:43:31.010" v="72" actId="18676"/>
        <pc:sldMkLst>
          <pc:docMk/>
          <pc:sldMk cId="2867706683" sldId="280"/>
        </pc:sldMkLst>
      </pc:sldChg>
      <pc:sldChg chg="del">
        <pc:chgData name="Sabrina Poll" userId="e37d4011-9ea3-4deb-a0ee-0510b64e7187" providerId="ADAL" clId="{2BA24524-4C28-4AF2-914F-E5BE22FFE1FD}" dt="2026-07-06T15:43:38.171" v="75" actId="18676"/>
        <pc:sldMkLst>
          <pc:docMk/>
          <pc:sldMk cId="2790703465" sldId="2076138555"/>
        </pc:sldMkLst>
      </pc:sldChg>
      <pc:sldChg chg="del">
        <pc:chgData name="Sabrina Poll" userId="e37d4011-9ea3-4deb-a0ee-0510b64e7187" providerId="ADAL" clId="{2BA24524-4C28-4AF2-914F-E5BE22FFE1FD}" dt="2026-07-06T15:43:38.171" v="75" actId="18676"/>
        <pc:sldMkLst>
          <pc:docMk/>
          <pc:sldMk cId="855187698" sldId="2076138556"/>
        </pc:sldMkLst>
      </pc:sldChg>
      <pc:sldChg chg="del">
        <pc:chgData name="Sabrina Poll" userId="e37d4011-9ea3-4deb-a0ee-0510b64e7187" providerId="ADAL" clId="{2BA24524-4C28-4AF2-914F-E5BE22FFE1FD}" dt="2026-07-06T15:43:31.010" v="72" actId="18676"/>
        <pc:sldMkLst>
          <pc:docMk/>
          <pc:sldMk cId="181076898" sldId="2147470518"/>
        </pc:sldMkLst>
      </pc:sldChg>
      <pc:sldChg chg="modSp mod">
        <pc:chgData name="Sabrina Poll" userId="e37d4011-9ea3-4deb-a0ee-0510b64e7187" providerId="ADAL" clId="{2BA24524-4C28-4AF2-914F-E5BE22FFE1FD}" dt="2026-07-06T15:42:22.633" v="19" actId="20577"/>
        <pc:sldMkLst>
          <pc:docMk/>
          <pc:sldMk cId="804193802" sldId="2147483628"/>
        </pc:sldMkLst>
        <pc:spChg chg="mod">
          <ac:chgData name="Sabrina Poll" userId="e37d4011-9ea3-4deb-a0ee-0510b64e7187" providerId="ADAL" clId="{2BA24524-4C28-4AF2-914F-E5BE22FFE1FD}" dt="2026-07-06T15:42:22.633" v="19" actId="20577"/>
          <ac:spMkLst>
            <pc:docMk/>
            <pc:sldMk cId="804193802" sldId="2147483628"/>
            <ac:spMk id="3" creationId="{2D9CD9CC-9322-BBA2-4865-957BEF7E1D29}"/>
          </ac:spMkLst>
        </pc:spChg>
      </pc:sldChg>
      <pc:sldChg chg="modSp mod modNotesTx">
        <pc:chgData name="Sabrina Poll" userId="e37d4011-9ea3-4deb-a0ee-0510b64e7187" providerId="ADAL" clId="{2BA24524-4C28-4AF2-914F-E5BE22FFE1FD}" dt="2026-07-06T15:42:57.590" v="41" actId="5793"/>
        <pc:sldMkLst>
          <pc:docMk/>
          <pc:sldMk cId="2078145131" sldId="2147483629"/>
        </pc:sldMkLst>
        <pc:spChg chg="mod">
          <ac:chgData name="Sabrina Poll" userId="e37d4011-9ea3-4deb-a0ee-0510b64e7187" providerId="ADAL" clId="{2BA24524-4C28-4AF2-914F-E5BE22FFE1FD}" dt="2026-07-06T15:42:57.590" v="41" actId="5793"/>
          <ac:spMkLst>
            <pc:docMk/>
            <pc:sldMk cId="2078145131" sldId="2147483629"/>
            <ac:spMk id="2" creationId="{00000000-0000-0000-0000-000000000000}"/>
          </ac:spMkLst>
        </pc:spChg>
        <pc:spChg chg="mod">
          <ac:chgData name="Sabrina Poll" userId="e37d4011-9ea3-4deb-a0ee-0510b64e7187" providerId="ADAL" clId="{2BA24524-4C28-4AF2-914F-E5BE22FFE1FD}" dt="2026-07-06T15:42:38.704" v="24" actId="20577"/>
          <ac:spMkLst>
            <pc:docMk/>
            <pc:sldMk cId="2078145131" sldId="2147483629"/>
            <ac:spMk id="3" creationId="{00000000-0000-0000-0000-000000000000}"/>
          </ac:spMkLst>
        </pc:spChg>
      </pc:sldChg>
      <pc:sldChg chg="del">
        <pc:chgData name="Sabrina Poll" userId="e37d4011-9ea3-4deb-a0ee-0510b64e7187" providerId="ADAL" clId="{2BA24524-4C28-4AF2-914F-E5BE22FFE1FD}" dt="2026-07-06T15:43:00.383" v="42" actId="47"/>
        <pc:sldMkLst>
          <pc:docMk/>
          <pc:sldMk cId="2443798998" sldId="2147483631"/>
        </pc:sldMkLst>
      </pc:sldChg>
      <pc:sldChg chg="del">
        <pc:chgData name="Sabrina Poll" userId="e37d4011-9ea3-4deb-a0ee-0510b64e7187" providerId="ADAL" clId="{2BA24524-4C28-4AF2-914F-E5BE22FFE1FD}" dt="2026-07-06T15:43:01.538" v="43" actId="47"/>
        <pc:sldMkLst>
          <pc:docMk/>
          <pc:sldMk cId="65116992" sldId="2147483632"/>
        </pc:sldMkLst>
      </pc:sldChg>
      <pc:sldChg chg="del">
        <pc:chgData name="Sabrina Poll" userId="e37d4011-9ea3-4deb-a0ee-0510b64e7187" providerId="ADAL" clId="{2BA24524-4C28-4AF2-914F-E5BE22FFE1FD}" dt="2026-07-06T15:43:04.784" v="45" actId="47"/>
        <pc:sldMkLst>
          <pc:docMk/>
          <pc:sldMk cId="750452663" sldId="2147483635"/>
        </pc:sldMkLst>
      </pc:sldChg>
      <pc:sldChg chg="delSp modSp mod modNotesTx">
        <pc:chgData name="Sabrina Poll" userId="e37d4011-9ea3-4deb-a0ee-0510b64e7187" providerId="ADAL" clId="{2BA24524-4C28-4AF2-914F-E5BE22FFE1FD}" dt="2026-07-06T15:43:21.824" v="70" actId="20577"/>
        <pc:sldMkLst>
          <pc:docMk/>
          <pc:sldMk cId="312749771" sldId="2147483636"/>
        </pc:sldMkLst>
        <pc:spChg chg="mod">
          <ac:chgData name="Sabrina Poll" userId="e37d4011-9ea3-4deb-a0ee-0510b64e7187" providerId="ADAL" clId="{2BA24524-4C28-4AF2-914F-E5BE22FFE1FD}" dt="2026-07-06T15:43:18.430" v="69" actId="5793"/>
          <ac:spMkLst>
            <pc:docMk/>
            <pc:sldMk cId="312749771" sldId="2147483636"/>
            <ac:spMk id="2" creationId="{E3A357BC-064B-AA38-42BE-168BAB7D9B1B}"/>
          </ac:spMkLst>
        </pc:spChg>
        <pc:spChg chg="mod">
          <ac:chgData name="Sabrina Poll" userId="e37d4011-9ea3-4deb-a0ee-0510b64e7187" providerId="ADAL" clId="{2BA24524-4C28-4AF2-914F-E5BE22FFE1FD}" dt="2026-07-06T15:43:08.844" v="49" actId="20577"/>
          <ac:spMkLst>
            <pc:docMk/>
            <pc:sldMk cId="312749771" sldId="2147483636"/>
            <ac:spMk id="3" creationId="{FBD8ACAE-3E44-3563-4029-A28DB989BAFA}"/>
          </ac:spMkLst>
        </pc:spChg>
        <pc:picChg chg="del">
          <ac:chgData name="Sabrina Poll" userId="e37d4011-9ea3-4deb-a0ee-0510b64e7187" providerId="ADAL" clId="{2BA24524-4C28-4AF2-914F-E5BE22FFE1FD}" dt="2026-07-06T15:43:11.623" v="50" actId="478"/>
          <ac:picMkLst>
            <pc:docMk/>
            <pc:sldMk cId="312749771" sldId="2147483636"/>
            <ac:picMk id="8" creationId="{3E82B1EB-4948-79DA-08E2-25E39C11FD48}"/>
          </ac:picMkLst>
        </pc:picChg>
      </pc:sldChg>
      <pc:sldChg chg="del">
        <pc:chgData name="Sabrina Poll" userId="e37d4011-9ea3-4deb-a0ee-0510b64e7187" providerId="ADAL" clId="{2BA24524-4C28-4AF2-914F-E5BE22FFE1FD}" dt="2026-07-06T15:43:04.820" v="46" actId="47"/>
        <pc:sldMkLst>
          <pc:docMk/>
          <pc:sldMk cId="3481177380" sldId="2147483637"/>
        </pc:sldMkLst>
      </pc:sldChg>
      <pc:sldChg chg="del">
        <pc:chgData name="Sabrina Poll" userId="e37d4011-9ea3-4deb-a0ee-0510b64e7187" providerId="ADAL" clId="{2BA24524-4C28-4AF2-914F-E5BE22FFE1FD}" dt="2026-07-06T15:43:04.746" v="44" actId="47"/>
        <pc:sldMkLst>
          <pc:docMk/>
          <pc:sldMk cId="2494452073" sldId="2147483638"/>
        </pc:sldMkLst>
      </pc:sldChg>
      <pc:sldChg chg="del">
        <pc:chgData name="Sabrina Poll" userId="e37d4011-9ea3-4deb-a0ee-0510b64e7187" providerId="ADAL" clId="{2BA24524-4C28-4AF2-914F-E5BE22FFE1FD}" dt="2026-07-06T15:43:31.010" v="72" actId="18676"/>
        <pc:sldMkLst>
          <pc:docMk/>
          <pc:sldMk cId="3831019229" sldId="2147483639"/>
        </pc:sldMkLst>
      </pc:sldChg>
      <pc:sldChg chg="del">
        <pc:chgData name="Sabrina Poll" userId="e37d4011-9ea3-4deb-a0ee-0510b64e7187" providerId="ADAL" clId="{2BA24524-4C28-4AF2-914F-E5BE22FFE1FD}" dt="2026-07-06T15:43:33.617" v="73" actId="18676"/>
        <pc:sldMkLst>
          <pc:docMk/>
          <pc:sldMk cId="636877859" sldId="2147483640"/>
        </pc:sldMkLst>
      </pc:sldChg>
      <pc:sldChg chg="del">
        <pc:chgData name="Sabrina Poll" userId="e37d4011-9ea3-4deb-a0ee-0510b64e7187" providerId="ADAL" clId="{2BA24524-4C28-4AF2-914F-E5BE22FFE1FD}" dt="2026-07-06T15:43:33.617" v="73" actId="18676"/>
        <pc:sldMkLst>
          <pc:docMk/>
          <pc:sldMk cId="1269174312" sldId="2147483641"/>
        </pc:sldMkLst>
      </pc:sldChg>
      <pc:sldChg chg="del">
        <pc:chgData name="Sabrina Poll" userId="e37d4011-9ea3-4deb-a0ee-0510b64e7187" providerId="ADAL" clId="{2BA24524-4C28-4AF2-914F-E5BE22FFE1FD}" dt="2026-07-06T15:43:33.617" v="73" actId="18676"/>
        <pc:sldMkLst>
          <pc:docMk/>
          <pc:sldMk cId="190138047" sldId="2147483642"/>
        </pc:sldMkLst>
      </pc:sldChg>
      <pc:sldChg chg="del">
        <pc:chgData name="Sabrina Poll" userId="e37d4011-9ea3-4deb-a0ee-0510b64e7187" providerId="ADAL" clId="{2BA24524-4C28-4AF2-914F-E5BE22FFE1FD}" dt="2026-07-06T15:43:35.796" v="74" actId="18676"/>
        <pc:sldMkLst>
          <pc:docMk/>
          <pc:sldMk cId="2356893828" sldId="2147483643"/>
        </pc:sldMkLst>
      </pc:sldChg>
      <pc:sldChg chg="del">
        <pc:chgData name="Sabrina Poll" userId="e37d4011-9ea3-4deb-a0ee-0510b64e7187" providerId="ADAL" clId="{2BA24524-4C28-4AF2-914F-E5BE22FFE1FD}" dt="2026-07-06T15:43:38.171" v="75" actId="18676"/>
        <pc:sldMkLst>
          <pc:docMk/>
          <pc:sldMk cId="1598386134" sldId="2147483644"/>
        </pc:sldMkLst>
      </pc:sldChg>
      <pc:sldChg chg="del">
        <pc:chgData name="Sabrina Poll" userId="e37d4011-9ea3-4deb-a0ee-0510b64e7187" providerId="ADAL" clId="{2BA24524-4C28-4AF2-914F-E5BE22FFE1FD}" dt="2026-07-06T15:43:33.617" v="73" actId="18676"/>
        <pc:sldMkLst>
          <pc:docMk/>
          <pc:sldMk cId="3303307807" sldId="2147483645"/>
        </pc:sldMkLst>
      </pc:sldChg>
      <pc:sldMasterChg chg="del delSldLayout">
        <pc:chgData name="Sabrina Poll" userId="e37d4011-9ea3-4deb-a0ee-0510b64e7187" providerId="ADAL" clId="{2BA24524-4C28-4AF2-914F-E5BE22FFE1FD}" dt="2026-07-06T15:43:40.660" v="76" actId="18676"/>
        <pc:sldMasterMkLst>
          <pc:docMk/>
          <pc:sldMasterMk cId="0" sldId="2147483648"/>
        </pc:sldMasterMkLst>
        <pc:sldLayoutChg chg="del">
          <pc:chgData name="Sabrina Poll" userId="e37d4011-9ea3-4deb-a0ee-0510b64e7187" providerId="ADAL" clId="{2BA24524-4C28-4AF2-914F-E5BE22FFE1FD}" dt="2026-07-06T15:43:40.660" v="76" actId="18676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delSldLayout">
        <pc:chgData name="Sabrina Poll" userId="e37d4011-9ea3-4deb-a0ee-0510b64e7187" providerId="ADAL" clId="{2BA24524-4C28-4AF2-914F-E5BE22FFE1FD}" dt="2026-07-06T15:43:31.010" v="72" actId="18676"/>
        <pc:sldMasterMkLst>
          <pc:docMk/>
          <pc:sldMasterMk cId="4261744269" sldId="2147483666"/>
        </pc:sldMasterMkLst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4177682505" sldId="2147483667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4068232631" sldId="2147483668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961928611" sldId="2147483669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3147404565" sldId="2147483670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3734433272" sldId="2147483671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1683815072" sldId="2147483672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3182392498" sldId="2147483673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162357808" sldId="2147483674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2718539655" sldId="2147483675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556823269" sldId="2147483676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1800096419" sldId="2147483677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1666404087" sldId="2147483678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2280630574" sldId="2147483679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268901536" sldId="2147483680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3850644196" sldId="2147483681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649361198" sldId="2147483682"/>
          </pc:sldLayoutMkLst>
        </pc:sldLayoutChg>
        <pc:sldLayoutChg chg="del">
          <pc:chgData name="Sabrina Poll" userId="e37d4011-9ea3-4deb-a0ee-0510b64e7187" providerId="ADAL" clId="{2BA24524-4C28-4AF2-914F-E5BE22FFE1FD}" dt="2026-07-06T15:43:31.010" v="72" actId="18676"/>
          <pc:sldLayoutMkLst>
            <pc:docMk/>
            <pc:sldMasterMk cId="4261744269" sldId="2147483666"/>
            <pc:sldLayoutMk cId="3208462614" sldId="2147483683"/>
          </pc:sldLayoutMkLst>
        </pc:sldLayoutChg>
      </pc:sldMasterChg>
      <pc:sldMasterChg chg="del delSldLayout">
        <pc:chgData name="Sabrina Poll" userId="e37d4011-9ea3-4deb-a0ee-0510b64e7187" providerId="ADAL" clId="{2BA24524-4C28-4AF2-914F-E5BE22FFE1FD}" dt="2026-07-06T15:43:38.171" v="75" actId="18676"/>
        <pc:sldMasterMkLst>
          <pc:docMk/>
          <pc:sldMasterMk cId="2884660954" sldId="2147483684"/>
        </pc:sldMasterMkLst>
        <pc:sldLayoutChg chg="del">
          <pc:chgData name="Sabrina Poll" userId="e37d4011-9ea3-4deb-a0ee-0510b64e7187" providerId="ADAL" clId="{2BA24524-4C28-4AF2-914F-E5BE22FFE1FD}" dt="2026-07-06T15:43:38.171" v="75" actId="18676"/>
          <pc:sldLayoutMkLst>
            <pc:docMk/>
            <pc:sldMasterMk cId="2884660954" sldId="2147483684"/>
            <pc:sldLayoutMk cId="2473839301" sldId="2147483685"/>
          </pc:sldLayoutMkLst>
        </pc:sldLayoutChg>
        <pc:sldLayoutChg chg="del">
          <pc:chgData name="Sabrina Poll" userId="e37d4011-9ea3-4deb-a0ee-0510b64e7187" providerId="ADAL" clId="{2BA24524-4C28-4AF2-914F-E5BE22FFE1FD}" dt="2026-07-06T15:43:38.171" v="75" actId="18676"/>
          <pc:sldLayoutMkLst>
            <pc:docMk/>
            <pc:sldMasterMk cId="2884660954" sldId="2147483684"/>
            <pc:sldLayoutMk cId="1237019979" sldId="2147483686"/>
          </pc:sldLayoutMkLst>
        </pc:sldLayoutChg>
        <pc:sldLayoutChg chg="del">
          <pc:chgData name="Sabrina Poll" userId="e37d4011-9ea3-4deb-a0ee-0510b64e7187" providerId="ADAL" clId="{2BA24524-4C28-4AF2-914F-E5BE22FFE1FD}" dt="2026-07-06T15:43:38.171" v="75" actId="18676"/>
          <pc:sldLayoutMkLst>
            <pc:docMk/>
            <pc:sldMasterMk cId="2884660954" sldId="2147483684"/>
            <pc:sldLayoutMk cId="2545493661" sldId="2147483687"/>
          </pc:sldLayoutMkLst>
        </pc:sldLayoutChg>
        <pc:sldLayoutChg chg="del">
          <pc:chgData name="Sabrina Poll" userId="e37d4011-9ea3-4deb-a0ee-0510b64e7187" providerId="ADAL" clId="{2BA24524-4C28-4AF2-914F-E5BE22FFE1FD}" dt="2026-07-06T15:43:38.171" v="75" actId="18676"/>
          <pc:sldLayoutMkLst>
            <pc:docMk/>
            <pc:sldMasterMk cId="2884660954" sldId="2147483684"/>
            <pc:sldLayoutMk cId="4088114207" sldId="2147483688"/>
          </pc:sldLayoutMkLst>
        </pc:sldLayoutChg>
        <pc:sldLayoutChg chg="del">
          <pc:chgData name="Sabrina Poll" userId="e37d4011-9ea3-4deb-a0ee-0510b64e7187" providerId="ADAL" clId="{2BA24524-4C28-4AF2-914F-E5BE22FFE1FD}" dt="2026-07-06T15:43:38.171" v="75" actId="18676"/>
          <pc:sldLayoutMkLst>
            <pc:docMk/>
            <pc:sldMasterMk cId="2884660954" sldId="2147483684"/>
            <pc:sldLayoutMk cId="912265235" sldId="2147483689"/>
          </pc:sldLayoutMkLst>
        </pc:sldLayoutChg>
        <pc:sldLayoutChg chg="del">
          <pc:chgData name="Sabrina Poll" userId="e37d4011-9ea3-4deb-a0ee-0510b64e7187" providerId="ADAL" clId="{2BA24524-4C28-4AF2-914F-E5BE22FFE1FD}" dt="2026-07-06T15:43:38.171" v="75" actId="18676"/>
          <pc:sldLayoutMkLst>
            <pc:docMk/>
            <pc:sldMasterMk cId="2884660954" sldId="2147483684"/>
            <pc:sldLayoutMk cId="1072919090" sldId="2147483690"/>
          </pc:sldLayoutMkLst>
        </pc:sldLayoutChg>
        <pc:sldLayoutChg chg="del">
          <pc:chgData name="Sabrina Poll" userId="e37d4011-9ea3-4deb-a0ee-0510b64e7187" providerId="ADAL" clId="{2BA24524-4C28-4AF2-914F-E5BE22FFE1FD}" dt="2026-07-06T15:43:38.171" v="75" actId="18676"/>
          <pc:sldLayoutMkLst>
            <pc:docMk/>
            <pc:sldMasterMk cId="2884660954" sldId="2147483684"/>
            <pc:sldLayoutMk cId="896610419" sldId="2147483691"/>
          </pc:sldLayoutMkLst>
        </pc:sldLayoutChg>
        <pc:sldLayoutChg chg="del">
          <pc:chgData name="Sabrina Poll" userId="e37d4011-9ea3-4deb-a0ee-0510b64e7187" providerId="ADAL" clId="{2BA24524-4C28-4AF2-914F-E5BE22FFE1FD}" dt="2026-07-06T15:43:38.171" v="75" actId="18676"/>
          <pc:sldLayoutMkLst>
            <pc:docMk/>
            <pc:sldMasterMk cId="2884660954" sldId="2147483684"/>
            <pc:sldLayoutMk cId="77490169" sldId="214748369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28D72-9849-43D5-88AF-6D90E41C0E33}" type="datetimeFigureOut">
              <a:t>7/6/2026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58F68-E845-4313-9734-DEB8716E4D76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88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58F68-E845-4313-9734-DEB8716E4D7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8551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158F68-E845-4313-9734-DEB8716E4D7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792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Reply Green 0.png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7" b="58"/>
          <a:stretch/>
        </p:blipFill>
        <p:spPr>
          <a:xfrm>
            <a:off x="-1" y="-11760"/>
            <a:ext cx="9180513" cy="518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3853" y="799312"/>
            <a:ext cx="7585611" cy="2412171"/>
          </a:xfrm>
        </p:spPr>
        <p:txBody>
          <a:bodyPr anchor="b"/>
          <a:lstStyle>
            <a:lvl1pPr algn="l" defTabSz="914378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it-IT" sz="6000" i="0" u="none" kern="1200" cap="all" spc="-100" dirty="0" smtClean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/>
              <a:t>INSERT YOUR</a:t>
            </a:r>
            <a:br>
              <a:rPr lang="it-IT"/>
            </a:br>
            <a:r>
              <a:rPr lang="it-IT"/>
              <a:t>TITLE HERE</a:t>
            </a:r>
            <a:endParaRPr lang="en-US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852" y="3375892"/>
            <a:ext cx="7585612" cy="328820"/>
          </a:xfrm>
        </p:spPr>
        <p:txBody>
          <a:bodyPr lIns="0" bIns="0" anchor="t">
            <a:noAutofit/>
          </a:bodyPr>
          <a:lstStyle>
            <a:lvl1pPr marL="0" indent="0" algn="l">
              <a:buNone/>
              <a:defRPr sz="1800" b="0" cap="none">
                <a:solidFill>
                  <a:schemeClr val="tx1"/>
                </a:solidFill>
                <a:latin typeface="+mn-lt"/>
                <a:cs typeface="Arial Black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here</a:t>
            </a:r>
            <a:endParaRPr lang="en-US"/>
          </a:p>
        </p:txBody>
      </p:sp>
      <p:pic>
        <p:nvPicPr>
          <p:cNvPr id="7" name="Bild 6" descr="Unbenannt-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4723085"/>
            <a:ext cx="901701" cy="24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19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ing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3853" y="408192"/>
            <a:ext cx="7968163" cy="266461"/>
          </a:xfrm>
        </p:spPr>
        <p:txBody>
          <a:bodyPr tIns="0" rIns="0" anchor="t" anchorCtr="0"/>
          <a:lstStyle>
            <a:lvl1pPr>
              <a:defRPr sz="3200" cap="all" baseline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INSERT YOUR TITLE HERE</a:t>
            </a:r>
            <a:endParaRPr lang="en-US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853" y="753751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here</a:t>
            </a:r>
            <a:endParaRPr lang="en-US"/>
          </a:p>
        </p:txBody>
      </p:sp>
      <p:pic>
        <p:nvPicPr>
          <p:cNvPr id="7" name="Bild 5" descr="runningma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  <p:sp>
        <p:nvSpPr>
          <p:cNvPr id="6" name="Inhaltsplatzhalter 2"/>
          <p:cNvSpPr>
            <a:spLocks noGrp="1"/>
          </p:cNvSpPr>
          <p:nvPr>
            <p:ph idx="10"/>
          </p:nvPr>
        </p:nvSpPr>
        <p:spPr>
          <a:xfrm>
            <a:off x="603249" y="1594893"/>
            <a:ext cx="7937501" cy="2462213"/>
          </a:xfrm>
        </p:spPr>
        <p:txBody>
          <a:bodyPr/>
          <a:lstStyle>
            <a:lvl1pPr marL="500051" indent="-500051">
              <a:spcBef>
                <a:spcPts val="1200"/>
              </a:spcBef>
              <a:buClr>
                <a:schemeClr val="accent2"/>
              </a:buClr>
              <a:buSzPct val="100000"/>
              <a:buFont typeface="+mj-lt"/>
              <a:buAutoNum type="arabicPlain"/>
              <a:tabLst/>
              <a:defRPr/>
            </a:lvl1pPr>
            <a:lvl2pPr marL="982639" indent="-490526">
              <a:spcBef>
                <a:spcPts val="1200"/>
              </a:spcBef>
              <a:buClr>
                <a:schemeClr val="accent2"/>
              </a:buClr>
              <a:buSzPct val="100000"/>
              <a:buFont typeface="+mj-lt"/>
              <a:buAutoNum type="arabicPlain"/>
              <a:tabLst/>
              <a:defRPr cap="none">
                <a:solidFill>
                  <a:schemeClr val="tx1"/>
                </a:solidFill>
              </a:defRPr>
            </a:lvl2pPr>
            <a:lvl3pPr marL="1431890" indent="-450839">
              <a:spcBef>
                <a:spcPts val="1200"/>
              </a:spcBef>
              <a:buClr>
                <a:schemeClr val="accent2"/>
              </a:buClr>
              <a:buSzPct val="100000"/>
              <a:buFont typeface="+mj-lt"/>
              <a:buAutoNum type="arabicPlain"/>
              <a:tabLst/>
              <a:defRPr sz="1600">
                <a:solidFill>
                  <a:schemeClr val="tx1"/>
                </a:solidFill>
              </a:defRPr>
            </a:lvl3pPr>
            <a:lvl4pPr marL="1371566" indent="-342892">
              <a:buFont typeface="+mj-lt"/>
              <a:buAutoNum type="arabicPeriod"/>
              <a:defRPr/>
            </a:lvl4pPr>
            <a:lvl5pPr marL="1714457" indent="-342892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92832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Cover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Reply Green 0.png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7" b="58"/>
          <a:stretch/>
        </p:blipFill>
        <p:spPr>
          <a:xfrm>
            <a:off x="-1" y="-11760"/>
            <a:ext cx="9180513" cy="5184000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780890" y="1371684"/>
            <a:ext cx="7582223" cy="1631422"/>
          </a:xfrm>
        </p:spPr>
        <p:txBody>
          <a:bodyPr anchor="b"/>
          <a:lstStyle>
            <a:lvl1pPr algn="ctr">
              <a:lnSpc>
                <a:spcPct val="80000"/>
              </a:lnSpc>
              <a:defRPr lang="en-US" sz="6000" i="0" u="none" kern="1200" cap="all" spc="-100" baseline="0" dirty="0">
                <a:solidFill>
                  <a:srgbClr val="FFFFFF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/>
              <a:t>SECTION </a:t>
            </a:r>
            <a:br>
              <a:rPr lang="it-IT"/>
            </a:br>
            <a:r>
              <a:rPr lang="it-IT"/>
              <a:t>SLIDE</a:t>
            </a:r>
            <a:endParaRPr lang="en-US"/>
          </a:p>
        </p:txBody>
      </p:sp>
      <p:pic>
        <p:nvPicPr>
          <p:cNvPr id="8" name="Bild 5" descr="runningma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8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Cover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Reply Green 0.png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7" b="58"/>
          <a:stretch/>
        </p:blipFill>
        <p:spPr>
          <a:xfrm>
            <a:off x="-1" y="-11760"/>
            <a:ext cx="9180513" cy="5184000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780890" y="1371684"/>
            <a:ext cx="7582223" cy="1631422"/>
          </a:xfrm>
        </p:spPr>
        <p:txBody>
          <a:bodyPr anchor="t"/>
          <a:lstStyle>
            <a:lvl1pPr algn="ctr">
              <a:lnSpc>
                <a:spcPct val="80000"/>
              </a:lnSpc>
              <a:defRPr lang="en-US" sz="5400" i="0" u="none" kern="1200" cap="all" spc="-100" baseline="0" dirty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de-DE"/>
              <a:t>STATEMENT </a:t>
            </a:r>
            <a:br>
              <a:rPr lang="de-DE"/>
            </a:br>
            <a:r>
              <a:rPr lang="de-DE"/>
              <a:t>CHART FOR IMPORTANT </a:t>
            </a:r>
            <a:br>
              <a:rPr lang="de-DE"/>
            </a:br>
            <a:r>
              <a:rPr lang="de-DE"/>
              <a:t>POINTS</a:t>
            </a:r>
            <a:endParaRPr lang="en-US"/>
          </a:p>
        </p:txBody>
      </p:sp>
      <p:pic>
        <p:nvPicPr>
          <p:cNvPr id="8" name="Bild 5" descr="runningma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41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0890" y="3823822"/>
            <a:ext cx="7582223" cy="328820"/>
          </a:xfrm>
        </p:spPr>
        <p:txBody>
          <a:bodyPr lIns="0" bIns="0" anchor="t">
            <a:noAutofit/>
          </a:bodyPr>
          <a:lstStyle>
            <a:lvl1pPr marL="0" indent="0" algn="ctr">
              <a:buNone/>
              <a:defRPr sz="2400" b="0" cap="none" baseline="0">
                <a:solidFill>
                  <a:schemeClr val="tx1"/>
                </a:solidFill>
                <a:latin typeface="+mj-lt"/>
                <a:cs typeface="Arial Black" panose="020B0A040201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INSERT YOUR SUBTITLE HERE</a:t>
            </a: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80890" y="1937802"/>
            <a:ext cx="7582223" cy="1267896"/>
          </a:xfrm>
        </p:spPr>
        <p:txBody>
          <a:bodyPr anchor="ctr"/>
          <a:lstStyle>
            <a:lvl1pPr algn="ctr">
              <a:lnSpc>
                <a:spcPct val="100000"/>
              </a:lnSpc>
              <a:defRPr lang="en-US" sz="5400" i="0" u="none" kern="1200" cap="all" spc="-100" baseline="0" dirty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TEXT </a:t>
            </a:r>
            <a:r>
              <a:rPr lang="it-IT" err="1"/>
              <a:t>here</a:t>
            </a:r>
            <a:endParaRPr lang="en-US"/>
          </a:p>
        </p:txBody>
      </p:sp>
      <p:pic>
        <p:nvPicPr>
          <p:cNvPr id="7" name="Bild 5" descr="runningma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8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with Background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 9"/>
          <p:cNvPicPr>
            <a:picLocks noChangeAspect="1"/>
          </p:cNvPicPr>
          <p:nvPr userDrawn="1"/>
        </p:nvPicPr>
        <p:blipFill rotWithShape="1">
          <a:blip r:embed="rId2"/>
          <a:srcRect t="-114" b="24638"/>
          <a:stretch/>
        </p:blipFill>
        <p:spPr>
          <a:xfrm>
            <a:off x="0" y="-7749"/>
            <a:ext cx="9144000" cy="5174110"/>
          </a:xfrm>
          <a:prstGeom prst="rect">
            <a:avLst/>
          </a:prstGeom>
        </p:spPr>
      </p:pic>
      <p:sp>
        <p:nvSpPr>
          <p:cNvPr id="8" name="Rechteck 6"/>
          <p:cNvSpPr/>
          <p:nvPr userDrawn="1"/>
        </p:nvSpPr>
        <p:spPr>
          <a:xfrm>
            <a:off x="0" y="1"/>
            <a:ext cx="9144000" cy="5166360"/>
          </a:xfrm>
          <a:prstGeom prst="rect">
            <a:avLst/>
          </a:prstGeom>
          <a:solidFill>
            <a:schemeClr val="bg1">
              <a:alpha val="50196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0890" y="3823822"/>
            <a:ext cx="7582223" cy="328820"/>
          </a:xfrm>
        </p:spPr>
        <p:txBody>
          <a:bodyPr lIns="0" bIns="0" anchor="t">
            <a:noAutofit/>
          </a:bodyPr>
          <a:lstStyle>
            <a:lvl1pPr marL="0" indent="0" algn="ctr">
              <a:buNone/>
              <a:defRPr sz="2400" b="0" cap="none" baseline="0">
                <a:solidFill>
                  <a:schemeClr val="tx1"/>
                </a:solidFill>
                <a:latin typeface="+mj-lt"/>
                <a:cs typeface="Arial Black" panose="020B0A040201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INSERT YOUR SUBTITLE HERE</a:t>
            </a: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80890" y="1937802"/>
            <a:ext cx="7582223" cy="1267896"/>
          </a:xfrm>
        </p:spPr>
        <p:txBody>
          <a:bodyPr anchor="ctr"/>
          <a:lstStyle>
            <a:lvl1pPr algn="ctr">
              <a:lnSpc>
                <a:spcPct val="100000"/>
              </a:lnSpc>
              <a:defRPr lang="en-US" sz="5400" i="0" u="none" kern="1200" cap="all" spc="-100" baseline="0" dirty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TEXT </a:t>
            </a:r>
            <a:r>
              <a:rPr lang="it-IT" err="1"/>
              <a:t>here</a:t>
            </a:r>
            <a:endParaRPr lang="en-US"/>
          </a:p>
        </p:txBody>
      </p:sp>
      <p:pic>
        <p:nvPicPr>
          <p:cNvPr id="7" name="Bild 5" descr="runningma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54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11"/>
          <p:cNvPicPr>
            <a:picLocks noChangeAspect="1"/>
          </p:cNvPicPr>
          <p:nvPr userDrawn="1"/>
        </p:nvPicPr>
        <p:blipFill rotWithShape="1">
          <a:blip r:embed="rId2"/>
          <a:srcRect t="-1" r="11734" b="25474"/>
          <a:stretch/>
        </p:blipFill>
        <p:spPr>
          <a:xfrm>
            <a:off x="-1" y="0"/>
            <a:ext cx="9144000" cy="5135526"/>
          </a:xfrm>
          <a:custGeom>
            <a:avLst/>
            <a:gdLst>
              <a:gd name="connsiteX0" fmla="*/ 0 w 9144000"/>
              <a:gd name="connsiteY0" fmla="*/ 0 h 6858000"/>
              <a:gd name="connsiteX1" fmla="*/ 9144000 w 9144000"/>
              <a:gd name="connsiteY1" fmla="*/ 0 h 6858000"/>
              <a:gd name="connsiteX2" fmla="*/ 9144000 w 9144000"/>
              <a:gd name="connsiteY2" fmla="*/ 6858000 h 6858000"/>
              <a:gd name="connsiteX3" fmla="*/ 0 w 9144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4000" h="6858000">
                <a:moveTo>
                  <a:pt x="0" y="0"/>
                </a:moveTo>
                <a:lnTo>
                  <a:pt x="9144000" y="0"/>
                </a:lnTo>
                <a:lnTo>
                  <a:pt x="9144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Rechteck 6"/>
          <p:cNvSpPr/>
          <p:nvPr userDrawn="1"/>
        </p:nvSpPr>
        <p:spPr>
          <a:xfrm>
            <a:off x="0" y="2"/>
            <a:ext cx="9144000" cy="5143499"/>
          </a:xfrm>
          <a:prstGeom prst="rect">
            <a:avLst/>
          </a:prstGeom>
          <a:solidFill>
            <a:schemeClr val="bg1">
              <a:alpha val="50196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80890" y="3823822"/>
            <a:ext cx="7582223" cy="328820"/>
          </a:xfrm>
        </p:spPr>
        <p:txBody>
          <a:bodyPr lIns="0" bIns="0" anchor="t">
            <a:noAutofit/>
          </a:bodyPr>
          <a:lstStyle>
            <a:lvl1pPr marL="0" indent="0" algn="ctr">
              <a:buNone/>
              <a:defRPr sz="2400" b="0" cap="none" baseline="0">
                <a:solidFill>
                  <a:schemeClr val="tx1"/>
                </a:solidFill>
                <a:latin typeface="+mj-lt"/>
                <a:cs typeface="Arial Black" panose="020B0A040201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INSERT YOUR SUBTITLE HERE</a:t>
            </a:r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780890" y="1937802"/>
            <a:ext cx="7582223" cy="1267896"/>
          </a:xfrm>
        </p:spPr>
        <p:txBody>
          <a:bodyPr anchor="ctr"/>
          <a:lstStyle>
            <a:lvl1pPr algn="ctr">
              <a:lnSpc>
                <a:spcPct val="100000"/>
              </a:lnSpc>
              <a:defRPr lang="en-US" sz="6000" i="0" u="none" kern="1200" cap="all" spc="-100" baseline="0" dirty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TEXT </a:t>
            </a:r>
            <a:r>
              <a:rPr lang="it-IT" err="1"/>
              <a:t>here</a:t>
            </a:r>
            <a:endParaRPr lang="en-US"/>
          </a:p>
        </p:txBody>
      </p:sp>
      <p:pic>
        <p:nvPicPr>
          <p:cNvPr id="7" name="Bild 5" descr="runningma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515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73853" y="408192"/>
            <a:ext cx="7968163" cy="26646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baseline="0" dirty="0">
                <a:cs typeface="Arial" panose="020B0604020202020204" pitchFamily="34" charset="0"/>
              </a:defRPr>
            </a:lvl1pPr>
          </a:lstStyle>
          <a:p>
            <a:pPr lvl="0"/>
            <a:r>
              <a:rPr lang="it-IT"/>
              <a:t>INSERT YOUR TITLE HERE</a:t>
            </a:r>
            <a:endParaRPr lang="en-US"/>
          </a:p>
        </p:txBody>
      </p:sp>
      <p:pic>
        <p:nvPicPr>
          <p:cNvPr id="8" name="Bild 5" descr="runningma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853" y="753751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75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3853" y="408192"/>
            <a:ext cx="7968163" cy="266461"/>
          </a:xfrm>
        </p:spPr>
        <p:txBody>
          <a:bodyPr tIns="0" rIns="0" anchor="t" anchorCtr="0"/>
          <a:lstStyle>
            <a:lvl1pPr>
              <a:defRPr sz="3200" cap="all" baseline="0"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INSERT YOUR TITLE HERE</a:t>
            </a:r>
            <a:endParaRPr lang="en-US"/>
          </a:p>
        </p:txBody>
      </p:sp>
      <p:sp>
        <p:nvSpPr>
          <p:cNvPr id="15" name="Segnaposto testo 14"/>
          <p:cNvSpPr>
            <a:spLocks noGrp="1"/>
          </p:cNvSpPr>
          <p:nvPr>
            <p:ph type="body" sz="quarter" idx="10" hasCustomPrompt="1"/>
          </p:nvPr>
        </p:nvSpPr>
        <p:spPr>
          <a:xfrm>
            <a:off x="573853" y="1401951"/>
            <a:ext cx="7968163" cy="3041814"/>
          </a:xfrm>
        </p:spPr>
        <p:txBody>
          <a:bodyPr lIns="0" b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buClr>
                <a:schemeClr val="tx2"/>
              </a:buClr>
              <a:defRPr/>
            </a:lvl4pPr>
            <a:lvl6pPr>
              <a:defRPr sz="1700"/>
            </a:lvl6pPr>
            <a:lvl7pPr marL="179996" indent="-179996">
              <a:buClr>
                <a:schemeClr val="tx2"/>
              </a:buClr>
              <a:buAutoNum type="arabicPeriod"/>
              <a:defRPr lang="it-IT" sz="18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>
              <a:buAutoNum type="arabicPeriod"/>
              <a:defRPr/>
            </a:lvl8pPr>
            <a:lvl9pPr>
              <a:defRPr sz="1700"/>
            </a:lvl9pPr>
          </a:lstStyle>
          <a:p>
            <a:pPr lvl="0"/>
            <a:r>
              <a:rPr lang="it-IT"/>
              <a:t>Basic text</a:t>
            </a:r>
          </a:p>
          <a:p>
            <a:pPr lvl="1"/>
            <a:r>
              <a:rPr lang="it-IT"/>
              <a:t>Text in CAPITAL </a:t>
            </a:r>
            <a:r>
              <a:rPr lang="it-IT" err="1"/>
              <a:t>LeTTERS</a:t>
            </a:r>
            <a:endParaRPr lang="it-IT"/>
          </a:p>
          <a:p>
            <a:pPr lvl="3"/>
            <a:r>
              <a:rPr lang="it-IT"/>
              <a:t>First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4"/>
            <a:r>
              <a:rPr lang="it-IT"/>
              <a:t>Second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5"/>
            <a:r>
              <a:rPr lang="it-IT"/>
              <a:t>Third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marL="514337" lvl="6" indent="-514337" algn="l" defTabSz="457189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tx2"/>
              </a:buClr>
              <a:buSzPct val="130000"/>
              <a:buFont typeface="+mj-lt"/>
              <a:buAutoNum type="arabicPeriod"/>
            </a:pPr>
            <a:r>
              <a:rPr lang="it-IT"/>
              <a:t>First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7"/>
            <a:r>
              <a:rPr lang="it-IT"/>
              <a:t>Second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8"/>
            <a:r>
              <a:rPr lang="it-IT"/>
              <a:t>Third </a:t>
            </a:r>
            <a:r>
              <a:rPr lang="it-IT" err="1"/>
              <a:t>numbered</a:t>
            </a:r>
            <a:r>
              <a:rPr lang="it-IT"/>
              <a:t> text</a:t>
            </a:r>
            <a:endParaRPr lang="en-US"/>
          </a:p>
        </p:txBody>
      </p:sp>
      <p:pic>
        <p:nvPicPr>
          <p:cNvPr id="7" name="Bild 5" descr="runningma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853" y="753751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59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73852" y="1437652"/>
            <a:ext cx="3815268" cy="303728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600"/>
            </a:lvl7pPr>
            <a:lvl8pPr>
              <a:defRPr sz="1600"/>
            </a:lvl8pPr>
            <a:lvl9pPr>
              <a:defRPr sz="1400"/>
            </a:lvl9pPr>
          </a:lstStyle>
          <a:p>
            <a:pPr lvl="0"/>
            <a:r>
              <a:rPr lang="it-IT"/>
              <a:t>Basic text</a:t>
            </a:r>
          </a:p>
          <a:p>
            <a:pPr lvl="1"/>
            <a:r>
              <a:rPr lang="it-IT"/>
              <a:t>Text in CAPITAL LETTERS</a:t>
            </a:r>
          </a:p>
          <a:p>
            <a:pPr lvl="2"/>
            <a:r>
              <a:rPr lang="it-IT"/>
              <a:t>Basic green text</a:t>
            </a:r>
          </a:p>
          <a:p>
            <a:pPr lvl="3"/>
            <a:r>
              <a:rPr lang="it-IT"/>
              <a:t>First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4"/>
            <a:r>
              <a:rPr lang="it-IT"/>
              <a:t>Second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5"/>
            <a:r>
              <a:rPr lang="it-IT"/>
              <a:t>Third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6"/>
            <a:r>
              <a:rPr lang="it-IT"/>
              <a:t>First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7"/>
            <a:r>
              <a:rPr lang="it-IT"/>
              <a:t>Second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8"/>
            <a:r>
              <a:rPr lang="it-IT"/>
              <a:t>Third </a:t>
            </a:r>
            <a:r>
              <a:rPr lang="it-IT" err="1"/>
              <a:t>numbered</a:t>
            </a:r>
            <a:r>
              <a:rPr lang="it-IT"/>
              <a:t> text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06755" y="1437652"/>
            <a:ext cx="3835261" cy="303728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600"/>
            </a:lvl7pPr>
            <a:lvl8pPr>
              <a:defRPr sz="1600"/>
            </a:lvl8pPr>
            <a:lvl9pPr>
              <a:defRPr sz="1400"/>
            </a:lvl9pPr>
          </a:lstStyle>
          <a:p>
            <a:pPr lvl="0"/>
            <a:r>
              <a:rPr lang="it-IT"/>
              <a:t>Basic text</a:t>
            </a:r>
          </a:p>
          <a:p>
            <a:pPr lvl="1"/>
            <a:r>
              <a:rPr lang="it-IT"/>
              <a:t>Text in CAPITAL LETTERS</a:t>
            </a:r>
          </a:p>
          <a:p>
            <a:pPr lvl="2"/>
            <a:r>
              <a:rPr lang="it-IT"/>
              <a:t>Basic green text</a:t>
            </a:r>
          </a:p>
          <a:p>
            <a:pPr lvl="3"/>
            <a:r>
              <a:rPr lang="it-IT"/>
              <a:t>First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4"/>
            <a:r>
              <a:rPr lang="it-IT"/>
              <a:t>Second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5"/>
            <a:r>
              <a:rPr lang="it-IT"/>
              <a:t>Third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6"/>
            <a:r>
              <a:rPr lang="it-IT"/>
              <a:t>First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7"/>
            <a:r>
              <a:rPr lang="it-IT"/>
              <a:t>Second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8"/>
            <a:r>
              <a:rPr lang="it-IT"/>
              <a:t>Third </a:t>
            </a:r>
            <a:r>
              <a:rPr lang="it-IT" err="1"/>
              <a:t>numbered</a:t>
            </a:r>
            <a:r>
              <a:rPr lang="it-IT"/>
              <a:t> text</a:t>
            </a:r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573853" y="408192"/>
            <a:ext cx="7968163" cy="26646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baseline="0" dirty="0">
                <a:cs typeface="Arial" panose="020B0604020202020204" pitchFamily="34" charset="0"/>
              </a:defRPr>
            </a:lvl1pPr>
          </a:lstStyle>
          <a:p>
            <a:pPr lvl="0"/>
            <a:r>
              <a:rPr lang="it-IT"/>
              <a:t>INSERT YOUR TITLE HERE</a:t>
            </a:r>
            <a:endParaRPr lang="en-US"/>
          </a:p>
        </p:txBody>
      </p:sp>
      <p:pic>
        <p:nvPicPr>
          <p:cNvPr id="8" name="Bild 5" descr="runningma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  <p:sp>
        <p:nvSpPr>
          <p:cNvPr id="7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573853" y="753751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on Blac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6"/>
          <p:cNvSpPr/>
          <p:nvPr userDrawn="1"/>
        </p:nvSpPr>
        <p:spPr>
          <a:xfrm>
            <a:off x="0" y="1"/>
            <a:ext cx="9144000" cy="12491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573853" y="408192"/>
            <a:ext cx="7968163" cy="26646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baseline="0" dirty="0">
                <a:cs typeface="Arial" panose="020B0604020202020204" pitchFamily="34" charset="0"/>
              </a:defRPr>
            </a:lvl1pPr>
          </a:lstStyle>
          <a:p>
            <a:pPr lvl="0"/>
            <a:r>
              <a:rPr lang="it-IT"/>
              <a:t>INSERT YOUR TITLE HERE</a:t>
            </a:r>
            <a:endParaRPr lang="en-US"/>
          </a:p>
        </p:txBody>
      </p:sp>
      <p:sp>
        <p:nvSpPr>
          <p:cNvPr id="12" name="Segnaposto immagine 5"/>
          <p:cNvSpPr>
            <a:spLocks noGrp="1"/>
          </p:cNvSpPr>
          <p:nvPr>
            <p:ph type="pic" sz="quarter" idx="11"/>
          </p:nvPr>
        </p:nvSpPr>
        <p:spPr>
          <a:xfrm>
            <a:off x="0" y="1250542"/>
            <a:ext cx="9144000" cy="262909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pic>
        <p:nvPicPr>
          <p:cNvPr id="8" name="Bild 5" descr="runningma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  <p:sp>
        <p:nvSpPr>
          <p:cNvPr id="7" name="Subtitle 2"/>
          <p:cNvSpPr>
            <a:spLocks noGrp="1"/>
          </p:cNvSpPr>
          <p:nvPr>
            <p:ph type="subTitle" idx="12" hasCustomPrompt="1"/>
          </p:nvPr>
        </p:nvSpPr>
        <p:spPr>
          <a:xfrm>
            <a:off x="573853" y="753751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here</a:t>
            </a:r>
            <a:endParaRPr lang="en-US"/>
          </a:p>
        </p:txBody>
      </p:sp>
      <p:sp>
        <p:nvSpPr>
          <p:cNvPr id="10" name="Rettangolo 7"/>
          <p:cNvSpPr/>
          <p:nvPr userDrawn="1"/>
        </p:nvSpPr>
        <p:spPr>
          <a:xfrm>
            <a:off x="0" y="3879633"/>
            <a:ext cx="9144000" cy="12491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pic>
        <p:nvPicPr>
          <p:cNvPr id="11" name="Bild 5" descr="runningma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7"/>
            <a:ext cx="217532" cy="21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24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Image + s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73854" y="1437652"/>
            <a:ext cx="2994538" cy="303728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600"/>
            </a:lvl7pPr>
            <a:lvl8pPr>
              <a:defRPr sz="1600"/>
            </a:lvl8pPr>
            <a:lvl9pPr>
              <a:defRPr sz="1400"/>
            </a:lvl9pPr>
          </a:lstStyle>
          <a:p>
            <a:pPr lvl="0"/>
            <a:r>
              <a:rPr lang="it-IT"/>
              <a:t>Basic text</a:t>
            </a:r>
          </a:p>
          <a:p>
            <a:pPr lvl="1"/>
            <a:r>
              <a:rPr lang="it-IT"/>
              <a:t>Text in CAPITAL LETTERS</a:t>
            </a:r>
          </a:p>
          <a:p>
            <a:pPr lvl="2"/>
            <a:r>
              <a:rPr lang="it-IT"/>
              <a:t>Basic green text</a:t>
            </a:r>
          </a:p>
          <a:p>
            <a:pPr lvl="3"/>
            <a:r>
              <a:rPr lang="it-IT"/>
              <a:t>First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4"/>
            <a:r>
              <a:rPr lang="it-IT"/>
              <a:t>Second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5"/>
            <a:r>
              <a:rPr lang="it-IT"/>
              <a:t>Third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6"/>
            <a:r>
              <a:rPr lang="it-IT"/>
              <a:t>First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7"/>
            <a:r>
              <a:rPr lang="it-IT"/>
              <a:t>Second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8"/>
            <a:r>
              <a:rPr lang="it-IT"/>
              <a:t>Third </a:t>
            </a:r>
            <a:r>
              <a:rPr lang="it-IT" err="1"/>
              <a:t>numbered</a:t>
            </a:r>
            <a:r>
              <a:rPr lang="it-IT"/>
              <a:t> text</a:t>
            </a:r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573853" y="408192"/>
            <a:ext cx="7968163" cy="26646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baseline="0" dirty="0">
                <a:cs typeface="Arial" panose="020B0604020202020204" pitchFamily="34" charset="0"/>
              </a:defRPr>
            </a:lvl1pPr>
          </a:lstStyle>
          <a:p>
            <a:pPr lvl="0"/>
            <a:r>
              <a:rPr lang="it-IT"/>
              <a:t>INSERT YOUR TITLE HERE</a:t>
            </a:r>
            <a:endParaRPr lang="en-US"/>
          </a:p>
        </p:txBody>
      </p:sp>
      <p:sp>
        <p:nvSpPr>
          <p:cNvPr id="12" name="Segnaposto immagine 5"/>
          <p:cNvSpPr>
            <a:spLocks noGrp="1"/>
          </p:cNvSpPr>
          <p:nvPr>
            <p:ph type="pic" sz="quarter" idx="11"/>
          </p:nvPr>
        </p:nvSpPr>
        <p:spPr>
          <a:xfrm>
            <a:off x="4025590" y="1417014"/>
            <a:ext cx="5118410" cy="30368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pic>
        <p:nvPicPr>
          <p:cNvPr id="8" name="Bild 5" descr="runningman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  <p:sp>
        <p:nvSpPr>
          <p:cNvPr id="7" name="Subtitle 2"/>
          <p:cNvSpPr>
            <a:spLocks noGrp="1"/>
          </p:cNvSpPr>
          <p:nvPr>
            <p:ph type="subTitle" idx="12" hasCustomPrompt="1"/>
          </p:nvPr>
        </p:nvSpPr>
        <p:spPr>
          <a:xfrm>
            <a:off x="573853" y="753751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77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Gradient + s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73854" y="1437652"/>
            <a:ext cx="2994538" cy="303728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600"/>
            </a:lvl7pPr>
            <a:lvl8pPr>
              <a:defRPr sz="1600"/>
            </a:lvl8pPr>
            <a:lvl9pPr>
              <a:defRPr sz="1400"/>
            </a:lvl9pPr>
          </a:lstStyle>
          <a:p>
            <a:pPr lvl="0"/>
            <a:r>
              <a:rPr lang="it-IT"/>
              <a:t>Basic text</a:t>
            </a:r>
          </a:p>
          <a:p>
            <a:pPr lvl="1"/>
            <a:r>
              <a:rPr lang="it-IT"/>
              <a:t>Text in CAPITAL </a:t>
            </a:r>
            <a:r>
              <a:rPr lang="it-IT" err="1"/>
              <a:t>LeTTERS</a:t>
            </a:r>
            <a:endParaRPr lang="it-IT"/>
          </a:p>
          <a:p>
            <a:pPr lvl="2"/>
            <a:r>
              <a:rPr lang="it-IT"/>
              <a:t>Basic green text</a:t>
            </a:r>
          </a:p>
          <a:p>
            <a:pPr lvl="3"/>
            <a:r>
              <a:rPr lang="it-IT"/>
              <a:t>First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4"/>
            <a:r>
              <a:rPr lang="it-IT"/>
              <a:t>Second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5"/>
            <a:r>
              <a:rPr lang="it-IT"/>
              <a:t>Third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6"/>
            <a:r>
              <a:rPr lang="it-IT"/>
              <a:t>First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7"/>
            <a:r>
              <a:rPr lang="it-IT"/>
              <a:t>Second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8"/>
            <a:r>
              <a:rPr lang="it-IT"/>
              <a:t>Third </a:t>
            </a:r>
            <a:r>
              <a:rPr lang="it-IT" err="1"/>
              <a:t>numbered</a:t>
            </a:r>
            <a:r>
              <a:rPr lang="it-IT"/>
              <a:t> text</a:t>
            </a:r>
            <a:endParaRPr lang="en-US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573853" y="408192"/>
            <a:ext cx="7968163" cy="26646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baseline="0" dirty="0">
                <a:cs typeface="Arial" panose="020B0604020202020204" pitchFamily="34" charset="0"/>
              </a:defRPr>
            </a:lvl1pPr>
          </a:lstStyle>
          <a:p>
            <a:pPr lvl="0"/>
            <a:r>
              <a:rPr lang="it-IT"/>
              <a:t>INSERT YOUR TITLE HERE</a:t>
            </a:r>
            <a:endParaRPr lang="en-US"/>
          </a:p>
        </p:txBody>
      </p:sp>
      <p:pic>
        <p:nvPicPr>
          <p:cNvPr id="2" name="Immagine 1" descr="Reply Green 0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78"/>
          <a:stretch/>
        </p:blipFill>
        <p:spPr>
          <a:xfrm>
            <a:off x="4029396" y="1416657"/>
            <a:ext cx="5114605" cy="3037283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352740" y="2858738"/>
            <a:ext cx="4616786" cy="619319"/>
          </a:xfrm>
        </p:spPr>
        <p:txBody>
          <a:bodyPr anchor="t"/>
          <a:lstStyle>
            <a:lvl1pPr>
              <a:defRPr sz="4000" cap="all" spc="-100">
                <a:solidFill>
                  <a:schemeClr val="tx1"/>
                </a:solidFill>
                <a:latin typeface="Arial Black"/>
                <a:cs typeface="Arial Black"/>
              </a:defRPr>
            </a:lvl1pPr>
            <a:lvl2pPr>
              <a:defRPr sz="4000">
                <a:latin typeface="Arial Black"/>
                <a:cs typeface="Arial Black"/>
              </a:defRPr>
            </a:lvl2pPr>
            <a:lvl3pPr>
              <a:defRPr sz="4000">
                <a:latin typeface="Arial Black"/>
                <a:cs typeface="Arial Black"/>
              </a:defRPr>
            </a:lvl3pPr>
            <a:lvl4pPr>
              <a:defRPr sz="4000">
                <a:latin typeface="Arial Black"/>
                <a:cs typeface="Arial Black"/>
              </a:defRPr>
            </a:lvl4pPr>
            <a:lvl5pPr>
              <a:defRPr sz="4000">
                <a:latin typeface="Arial Black"/>
                <a:cs typeface="Arial Black"/>
              </a:defRPr>
            </a:lvl5pPr>
            <a:lvl6pPr>
              <a:defRPr sz="4000">
                <a:latin typeface="Arial Black"/>
                <a:cs typeface="Arial Black"/>
              </a:defRPr>
            </a:lvl6pPr>
            <a:lvl7pPr>
              <a:defRPr sz="4000">
                <a:latin typeface="Arial Black"/>
                <a:cs typeface="Arial Black"/>
              </a:defRPr>
            </a:lvl7pPr>
            <a:lvl8pPr>
              <a:defRPr sz="4000">
                <a:latin typeface="Arial Black"/>
                <a:cs typeface="Arial Black"/>
              </a:defRPr>
            </a:lvl8pPr>
            <a:lvl9pPr>
              <a:defRPr sz="4000">
                <a:latin typeface="Arial Black"/>
                <a:cs typeface="Arial Black"/>
              </a:defRPr>
            </a:lvl9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2" hasCustomPrompt="1"/>
          </p:nvPr>
        </p:nvSpPr>
        <p:spPr>
          <a:xfrm>
            <a:off x="4352740" y="1903020"/>
            <a:ext cx="4616786" cy="32015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 marL="0" indent="0">
              <a:buFont typeface="+mj-lt"/>
              <a:buNone/>
              <a:defRPr sz="1400">
                <a:solidFill>
                  <a:schemeClr val="tx1"/>
                </a:solidFill>
              </a:defRPr>
            </a:lvl2pPr>
            <a:lvl3pPr marL="0" indent="0">
              <a:buFont typeface="+mj-lt"/>
              <a:buNone/>
              <a:defRPr sz="1400">
                <a:solidFill>
                  <a:schemeClr val="tx1"/>
                </a:solidFill>
              </a:defRPr>
            </a:lvl3pPr>
            <a:lvl4pPr marL="0" indent="0">
              <a:buFont typeface="+mj-lt"/>
              <a:buNone/>
              <a:defRPr sz="1400">
                <a:solidFill>
                  <a:schemeClr val="tx1"/>
                </a:solidFill>
              </a:defRPr>
            </a:lvl4pPr>
            <a:lvl5pPr marL="0" indent="0">
              <a:buFont typeface="+mj-lt"/>
              <a:buNone/>
              <a:defRPr sz="1400">
                <a:solidFill>
                  <a:schemeClr val="tx1"/>
                </a:solidFill>
              </a:defRPr>
            </a:lvl5pPr>
            <a:lvl6pPr marL="0" indent="0">
              <a:buFont typeface="+mj-lt"/>
              <a:buNone/>
              <a:defRPr sz="1400">
                <a:solidFill>
                  <a:schemeClr val="tx1"/>
                </a:solidFill>
              </a:defRPr>
            </a:lvl6pPr>
            <a:lvl7pPr marL="0" indent="0">
              <a:buFont typeface="+mj-lt"/>
              <a:buNone/>
              <a:defRPr sz="1400">
                <a:solidFill>
                  <a:schemeClr val="tx1"/>
                </a:solidFill>
              </a:defRPr>
            </a:lvl7pPr>
            <a:lvl8pPr marL="0" indent="0">
              <a:buFont typeface="+mj-lt"/>
              <a:buNone/>
              <a:defRPr sz="1400">
                <a:solidFill>
                  <a:schemeClr val="tx1"/>
                </a:solidFill>
              </a:defRPr>
            </a:lvl8pPr>
            <a:lvl9pPr marL="0" indent="0">
              <a:buFont typeface="+mj-lt"/>
              <a:buNone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it-IT"/>
              <a:t>Basic text</a:t>
            </a:r>
          </a:p>
        </p:txBody>
      </p:sp>
      <p:pic>
        <p:nvPicPr>
          <p:cNvPr id="10" name="Bild 5" descr="runningman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08" y="4807869"/>
            <a:ext cx="217532" cy="217532"/>
          </a:xfrm>
          <a:prstGeom prst="rect">
            <a:avLst/>
          </a:prstGeom>
        </p:spPr>
      </p:pic>
      <p:sp>
        <p:nvSpPr>
          <p:cNvPr id="9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573853" y="753751"/>
            <a:ext cx="7968163" cy="328820"/>
          </a:xfrm>
        </p:spPr>
        <p:txBody>
          <a:bodyPr lIns="0" bIns="0" anchor="ctr">
            <a:noAutofit/>
          </a:bodyPr>
          <a:lstStyle>
            <a:lvl1pPr marL="0" indent="0" algn="ctr">
              <a:buNone/>
              <a:defRPr sz="1600" b="0" cap="all">
                <a:solidFill>
                  <a:schemeClr val="tx1"/>
                </a:solidFill>
                <a:latin typeface="Arial Black" panose="020B0A04020102020204" pitchFamily="34" charset="0"/>
                <a:cs typeface="Arial Black" panose="020B0A040201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24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396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Reply Green 0.png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7" b="58"/>
          <a:stretch/>
        </p:blipFill>
        <p:spPr>
          <a:xfrm>
            <a:off x="-1" y="-11760"/>
            <a:ext cx="9180513" cy="51840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1156023" y="2010230"/>
            <a:ext cx="7003440" cy="1321697"/>
          </a:xfrm>
        </p:spPr>
        <p:txBody>
          <a:bodyPr anchor="ctr"/>
          <a:lstStyle>
            <a:lvl1pPr>
              <a:lnSpc>
                <a:spcPct val="80000"/>
              </a:lnSpc>
              <a:defRPr lang="en-US" sz="6000" i="0" u="none" kern="1200" cap="all" spc="-100" baseline="0" dirty="0">
                <a:solidFill>
                  <a:schemeClr val="tx1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title</a:t>
            </a:r>
            <a:r>
              <a:rPr lang="it-IT"/>
              <a:t> </a:t>
            </a:r>
            <a:r>
              <a:rPr lang="it-IT" err="1"/>
              <a:t>here</a:t>
            </a:r>
            <a:endParaRPr lang="en-US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56023" y="3375892"/>
            <a:ext cx="7003441" cy="328820"/>
          </a:xfrm>
        </p:spPr>
        <p:txBody>
          <a:bodyPr lIns="0" bIns="0" anchor="t">
            <a:noAutofit/>
          </a:bodyPr>
          <a:lstStyle>
            <a:lvl1pPr marL="0" indent="0" algn="ctr">
              <a:buNone/>
              <a:defRPr sz="1800" b="0" cap="none">
                <a:solidFill>
                  <a:schemeClr val="tx1"/>
                </a:solidFill>
                <a:latin typeface="+mn-lt"/>
                <a:cs typeface="Arial Black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subtitle</a:t>
            </a:r>
            <a:r>
              <a:rPr lang="it-IT"/>
              <a:t> </a:t>
            </a:r>
            <a:r>
              <a:rPr lang="it-IT" err="1"/>
              <a:t>here</a:t>
            </a:r>
            <a:endParaRPr lang="en-US"/>
          </a:p>
        </p:txBody>
      </p:sp>
      <p:pic>
        <p:nvPicPr>
          <p:cNvPr id="9" name="Bild 6" descr="Unbenannt-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8300" y="4723085"/>
            <a:ext cx="901701" cy="24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80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0" tIns="45720" rIns="91440" bIns="0" rtlCol="0" anchor="t">
            <a:noAutofit/>
          </a:bodyPr>
          <a:lstStyle/>
          <a:p>
            <a:r>
              <a:rPr lang="it-IT"/>
              <a:t>CLICK TO CHANGE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6782"/>
            <a:ext cx="8229600" cy="33944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Basic text</a:t>
            </a:r>
          </a:p>
          <a:p>
            <a:pPr lvl="1"/>
            <a:r>
              <a:rPr lang="it-IT"/>
              <a:t>Text in CAPITAL </a:t>
            </a:r>
            <a:r>
              <a:rPr lang="it-IT" err="1"/>
              <a:t>LeTTERS</a:t>
            </a:r>
            <a:endParaRPr lang="it-IT"/>
          </a:p>
          <a:p>
            <a:pPr lvl="3"/>
            <a:r>
              <a:rPr lang="it-IT"/>
              <a:t>First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4"/>
            <a:r>
              <a:rPr lang="it-IT"/>
              <a:t>Second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lvl="5"/>
            <a:r>
              <a:rPr lang="it-IT"/>
              <a:t>Third </a:t>
            </a:r>
            <a:r>
              <a:rPr lang="it-IT" err="1"/>
              <a:t>bullet</a:t>
            </a:r>
            <a:r>
              <a:rPr lang="it-IT"/>
              <a:t> </a:t>
            </a:r>
            <a:r>
              <a:rPr lang="it-IT" err="1"/>
              <a:t>point</a:t>
            </a:r>
            <a:r>
              <a:rPr lang="it-IT"/>
              <a:t> text</a:t>
            </a:r>
          </a:p>
          <a:p>
            <a:pPr marL="514337" lvl="6" indent="-514337" algn="l" defTabSz="457189" rtl="0" eaLnBrk="1" latinLnBrk="0" hangingPunct="1">
              <a:lnSpc>
                <a:spcPct val="150000"/>
              </a:lnSpc>
              <a:spcBef>
                <a:spcPts val="600"/>
              </a:spcBef>
              <a:buClr>
                <a:schemeClr val="tx2"/>
              </a:buClr>
              <a:buSzPct val="130000"/>
              <a:buFont typeface="+mj-lt"/>
              <a:buAutoNum type="arabicPeriod"/>
            </a:pPr>
            <a:r>
              <a:rPr lang="it-IT"/>
              <a:t>First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7"/>
            <a:r>
              <a:rPr lang="it-IT"/>
              <a:t>Second </a:t>
            </a:r>
            <a:r>
              <a:rPr lang="it-IT" err="1"/>
              <a:t>numbered</a:t>
            </a:r>
            <a:r>
              <a:rPr lang="it-IT"/>
              <a:t> text</a:t>
            </a:r>
          </a:p>
          <a:p>
            <a:pPr lvl="8"/>
            <a:r>
              <a:rPr lang="it-IT"/>
              <a:t>Third </a:t>
            </a:r>
            <a:r>
              <a:rPr lang="it-IT" err="1"/>
              <a:t>numbered</a:t>
            </a:r>
            <a:r>
              <a:rPr lang="it-IT"/>
              <a:t>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1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hf sldNum="0" hdr="0" ftr="0" dt="0"/>
  <p:txStyles>
    <p:titleStyle>
      <a:lvl1pPr algn="ctr" defTabSz="914378" rtl="0" eaLnBrk="1" latinLnBrk="0" hangingPunct="1">
        <a:lnSpc>
          <a:spcPct val="80000"/>
        </a:lnSpc>
        <a:spcBef>
          <a:spcPct val="0"/>
        </a:spcBef>
        <a:buNone/>
        <a:defRPr sz="3200" kern="1200">
          <a:solidFill>
            <a:schemeClr val="tx1"/>
          </a:solidFill>
          <a:latin typeface="Arial Black" panose="020B0A04020102020204" pitchFamily="34" charset="0"/>
          <a:ea typeface="+mj-ea"/>
          <a:cs typeface="Arial Black" panose="020B0A04020102020204" pitchFamily="34" charset="0"/>
        </a:defRPr>
      </a:lvl1pPr>
    </p:titleStyle>
    <p:bodyStyle>
      <a:lvl1pPr marL="0" indent="0" algn="l" defTabSz="914378" rtl="0" eaLnBrk="1" latinLnBrk="0" hangingPunct="1">
        <a:lnSpc>
          <a:spcPct val="100000"/>
        </a:lnSpc>
        <a:spcBef>
          <a:spcPts val="600"/>
        </a:spcBef>
        <a:buFont typeface="Arial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78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itchFamily="34" charset="0"/>
        <a:buNone/>
        <a:defRPr sz="1800" b="0" i="0" kern="1200" cap="all">
          <a:solidFill>
            <a:schemeClr val="tx2"/>
          </a:solidFill>
          <a:latin typeface="Arial"/>
          <a:ea typeface="+mn-ea"/>
          <a:cs typeface="Arial"/>
        </a:defRPr>
      </a:lvl2pPr>
      <a:lvl3pPr marL="0" indent="0" algn="l" defTabSz="914378" rtl="0" eaLnBrk="1" latinLnBrk="0" hangingPunct="1">
        <a:lnSpc>
          <a:spcPct val="120000"/>
        </a:lnSpc>
        <a:spcBef>
          <a:spcPts val="600"/>
        </a:spcBef>
        <a:buFont typeface="Arial" pitchFamily="34" charset="0"/>
        <a:buNone/>
        <a:defRPr sz="1400" b="0" i="0" kern="1200">
          <a:solidFill>
            <a:schemeClr val="tx2"/>
          </a:solidFill>
          <a:latin typeface="Arial"/>
          <a:ea typeface="+mn-ea"/>
          <a:cs typeface="Arial"/>
        </a:defRPr>
      </a:lvl3pPr>
      <a:lvl4pPr marL="179996" indent="-179996" algn="l" defTabSz="914378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SzPct val="13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59991" indent="-179996" algn="l" defTabSz="914378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539987" indent="-179996" algn="l" defTabSz="914378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9996" indent="-179996" algn="l" defTabSz="914378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Font typeface="+mj-lt"/>
        <a:buAutoNum type="arabicPeriod"/>
        <a:defRPr lang="it-IT" sz="1800" kern="1200" baseline="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59991" indent="-179996" algn="l" defTabSz="914378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539987" indent="-179996" algn="l" defTabSz="914378" rtl="0" eaLnBrk="1" latinLnBrk="0" hangingPunct="1">
        <a:lnSpc>
          <a:spcPct val="120000"/>
        </a:lnSpc>
        <a:spcBef>
          <a:spcPts val="600"/>
        </a:spcBef>
        <a:buClr>
          <a:schemeClr val="tx2"/>
        </a:buClr>
        <a:buFont typeface="+mj-lt"/>
        <a:buAutoNum type="arabicPeriod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4A8EE-2919-487E-60BD-0AA78916D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3853" y="527850"/>
            <a:ext cx="7585611" cy="1915313"/>
          </a:xfrm>
        </p:spPr>
        <p:txBody>
          <a:bodyPr/>
          <a:lstStyle/>
          <a:p>
            <a:r>
              <a:rPr lang="en-GB" sz="4950"/>
              <a:t>Shop well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9CD9CC-9322-BBA2-4865-957BEF7E1D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3852" y="2822558"/>
            <a:ext cx="7585612" cy="328820"/>
          </a:xfrm>
        </p:spPr>
        <p:txBody>
          <a:bodyPr/>
          <a:lstStyle/>
          <a:p>
            <a:r>
              <a:rPr lang="en-GB" dirty="0"/>
              <a:t>Final presentation</a:t>
            </a:r>
          </a:p>
        </p:txBody>
      </p:sp>
      <p:pic>
        <p:nvPicPr>
          <p:cNvPr id="14" name="Picture 13" descr="Omnichannel and order management | Reply">
            <a:extLst>
              <a:ext uri="{FF2B5EF4-FFF2-40B4-BE49-F238E27FC236}">
                <a16:creationId xmlns:a16="http://schemas.microsoft.com/office/drawing/2014/main" id="{1330B650-9FB7-3266-495A-80CCC629E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52" y="4106567"/>
            <a:ext cx="1445819" cy="627557"/>
          </a:xfrm>
          <a:prstGeom prst="rect">
            <a:avLst/>
          </a:prstGeom>
        </p:spPr>
      </p:pic>
      <p:pic>
        <p:nvPicPr>
          <p:cNvPr id="15" name="Picture 14" descr="Home | Solirius">
            <a:extLst>
              <a:ext uri="{FF2B5EF4-FFF2-40B4-BE49-F238E27FC236}">
                <a16:creationId xmlns:a16="http://schemas.microsoft.com/office/drawing/2014/main" id="{162EE6DF-1D7A-94A6-E3EA-F17F1C37E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175" y="4107724"/>
            <a:ext cx="1443155" cy="626400"/>
          </a:xfrm>
          <a:prstGeom prst="rect">
            <a:avLst/>
          </a:prstGeom>
        </p:spPr>
      </p:pic>
      <p:pic>
        <p:nvPicPr>
          <p:cNvPr id="16" name="Picture 15" descr="REPLY&#10;&#10;AI-generated content may be incorrect.">
            <a:extLst>
              <a:ext uri="{FF2B5EF4-FFF2-40B4-BE49-F238E27FC236}">
                <a16:creationId xmlns:a16="http://schemas.microsoft.com/office/drawing/2014/main" id="{D4D9F823-8B25-FED1-E4A5-311408C7B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836" y="4054405"/>
            <a:ext cx="1358768" cy="76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93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sz="half" idx="1"/>
          </p:nvPr>
        </p:nvSpPr>
        <p:spPr>
          <a:xfrm>
            <a:off x="573854" y="1571625"/>
            <a:ext cx="7212834" cy="2903310"/>
          </a:xfrm>
        </p:spPr>
        <p:txBody>
          <a:bodyPr vert="horz" lIns="0" tIns="0" rIns="0" bIns="0" rtlCol="0" anchor="t">
            <a:noAutofit/>
          </a:bodyPr>
          <a:lstStyle/>
          <a:p>
            <a:pPr lvl="1"/>
            <a:r>
              <a:rPr lang="en-GB" sz="2100" b="1" dirty="0"/>
              <a:t>…</a:t>
            </a:r>
            <a:endParaRPr lang="it-IT" sz="2100" b="1" dirty="0"/>
          </a:p>
          <a:p>
            <a:pPr marL="335280" indent="-271145">
              <a:spcBef>
                <a:spcPts val="900"/>
              </a:spcBef>
              <a:spcAft>
                <a:spcPts val="9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it-IT" sz="1550" dirty="0"/>
              <a:t>...</a:t>
            </a:r>
          </a:p>
          <a:p>
            <a:pPr marL="335280" indent="-271145">
              <a:spcBef>
                <a:spcPts val="900"/>
              </a:spcBef>
              <a:spcAft>
                <a:spcPts val="9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it-IT" sz="1550" dirty="0"/>
              <a:t>...</a:t>
            </a:r>
          </a:p>
          <a:p>
            <a:pPr marL="335280" indent="-271145">
              <a:spcBef>
                <a:spcPts val="900"/>
              </a:spcBef>
              <a:spcAft>
                <a:spcPts val="9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it-IT" sz="1550" dirty="0"/>
              <a:t>...</a:t>
            </a:r>
            <a:endParaRPr lang="it-IT" sz="1550" dirty="0">
              <a:cs typeface="Arial"/>
            </a:endParaRPr>
          </a:p>
        </p:txBody>
      </p:sp>
      <p:sp>
        <p:nvSpPr>
          <p:cNvPr id="3" name="Tito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it-IT" dirty="0"/>
              <a:t>The project task</a:t>
            </a:r>
          </a:p>
        </p:txBody>
      </p:sp>
    </p:spTree>
    <p:extLst>
      <p:ext uri="{BB962C8B-B14F-4D97-AF65-F5344CB8AC3E}">
        <p14:creationId xmlns:p14="http://schemas.microsoft.com/office/powerpoint/2010/main" val="207814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D9180-D704-DF38-2ABB-AB84861F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E3A357BC-064B-AA38-42BE-168BAB7D9B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853" y="1220966"/>
            <a:ext cx="7603495" cy="2903310"/>
          </a:xfrm>
        </p:spPr>
        <p:txBody>
          <a:bodyPr/>
          <a:lstStyle/>
          <a:p>
            <a:pPr lvl="1"/>
            <a:r>
              <a:rPr lang="it-IT" sz="2100" b="1" dirty="0"/>
              <a:t>...</a:t>
            </a:r>
          </a:p>
          <a:p>
            <a:pPr marL="335756" indent="-271463">
              <a:spcBef>
                <a:spcPts val="900"/>
              </a:spcBef>
              <a:spcAft>
                <a:spcPts val="9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400" dirty="0"/>
              <a:t>…</a:t>
            </a:r>
          </a:p>
          <a:p>
            <a:pPr marL="335756" indent="-271463">
              <a:spcBef>
                <a:spcPts val="900"/>
              </a:spcBef>
              <a:spcAft>
                <a:spcPts val="9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400" dirty="0"/>
              <a:t>…</a:t>
            </a:r>
          </a:p>
          <a:p>
            <a:pPr marL="335756" indent="-271463">
              <a:spcBef>
                <a:spcPts val="900"/>
              </a:spcBef>
              <a:spcAft>
                <a:spcPts val="9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</a:pPr>
            <a:r>
              <a:rPr lang="en-GB" sz="1400" dirty="0"/>
              <a:t>…</a:t>
            </a:r>
            <a:endParaRPr lang="it-IT" sz="1575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FBD8ACAE-3E44-3563-4029-A28DB989B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it-IT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12749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Reply Green 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7" name="Immagine 16" descr="Reply SpA - RUNNING MAN_White_RGB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203" y="2057708"/>
            <a:ext cx="1167594" cy="116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43128"/>
      </p:ext>
    </p:extLst>
  </p:cSld>
  <p:clrMapOvr>
    <a:masterClrMapping/>
  </p:clrMapOvr>
</p:sld>
</file>

<file path=ppt/theme/theme1.xml><?xml version="1.0" encoding="utf-8"?>
<a:theme xmlns:a="http://schemas.openxmlformats.org/drawingml/2006/main" name="Reply">
  <a:themeElements>
    <a:clrScheme name="Custom 28">
      <a:dk1>
        <a:srgbClr val="000000"/>
      </a:dk1>
      <a:lt1>
        <a:sysClr val="window" lastClr="FFFFFF"/>
      </a:lt1>
      <a:dk2>
        <a:srgbClr val="053238"/>
      </a:dk2>
      <a:lt2>
        <a:srgbClr val="00B13F"/>
      </a:lt2>
      <a:accent1>
        <a:srgbClr val="8EF050"/>
      </a:accent1>
      <a:accent2>
        <a:srgbClr val="00B140"/>
      </a:accent2>
      <a:accent3>
        <a:srgbClr val="2E7CFA"/>
      </a:accent3>
      <a:accent4>
        <a:srgbClr val="940758"/>
      </a:accent4>
      <a:accent5>
        <a:srgbClr val="F54343"/>
      </a:accent5>
      <a:accent6>
        <a:srgbClr val="FFC000"/>
      </a:accent6>
      <a:hlink>
        <a:srgbClr val="D1E420"/>
      </a:hlink>
      <a:folHlink>
        <a:srgbClr val="22C0BC"/>
      </a:folHlink>
    </a:clrScheme>
    <a:fontScheme name="Office classico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FFF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097ED64C-1469-4E9B-A6EE-E169F18D7DB3}" vid="{B73C506B-0DF6-4CFA-9B1D-8AAF7C79760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00367e2-193a-4f48-94de-7245d45c0947}" enabled="0" method="" siteId="{b00367e2-193a-4f48-94de-7245d45c09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Reply</vt:lpstr>
      <vt:lpstr>Shop well project</vt:lpstr>
      <vt:lpstr>The project task</vt:lpstr>
      <vt:lpstr>...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Sabrina Poll</cp:lastModifiedBy>
  <cp:revision>3</cp:revision>
  <dcterms:created xsi:type="dcterms:W3CDTF">2025-07-03T08:34:26Z</dcterms:created>
  <dcterms:modified xsi:type="dcterms:W3CDTF">2026-07-06T15:43:45Z</dcterms:modified>
</cp:coreProperties>
</file>