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6"/>
  </p:notesMasterIdLst>
  <p:sldIdLst>
    <p:sldId id="256" r:id="rSld1"/>
    <p:sldId id="257" r:id="rSld2"/>
    <p:sldId id="258" r:id="rSld3"/>
    <p:sldId id="259" r:id="rSld4"/>
    <p:sldId id="260" r:id="rSld5"/>
    <p:sldId id="261" r:id="rSld6"/>
    <p:sldId id="262" r:id="rSld7"/>
    <p:sldId id="263" r:id="rSld8"/>
    <p:sldId id="264" r:id="rSld9"/>
    <p:sldId id="265" r:id="rSld10"/>
    <p:sldId id="266" r:id="rSld11"/>
    <p:sldId id="267" r:id="rSld12"/>
    <p:sldId id="268" r:id="rSld13"/>
    <p:sldId id="269" r:id="rSld14"/>
    <p:sldId id="270" r:id="rSld15"/>
    <p:sldId id="271" r:id="rSl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2026 Project" id="{C4A669F0-B9A2-C64D-9FD0-603AC247FCC7}">
          <p14:sldIdLst>
            <p14:sldId id="2147483628"/>
            <p14:sldId id="2147483629"/>
            <p14:sldId id="2147483636"/>
            <p14:sldId id="29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FE57ED-781E-4DE3-A564-6FCCB4B6B8FB}" v="358" dt="2026-07-06T08:37:45.499"/>
    <p1510:client id="{C56356B1-C2FC-DC31-C9E8-080B9766D369}" v="10" dt="2026-07-06T08:14:56.7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949" autoAdjust="0"/>
  </p:normalViewPr>
  <p:slideViewPr>
    <p:cSldViewPr snapToGrid="0">
      <p:cViewPr varScale="1">
        <p:scale>
          <a:sx n="114" d="100"/>
          <a:sy n="114" d="100"/>
        </p:scale>
        <p:origin x="47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Sld1" Type="http://schemas.openxmlformats.org/officeDocument/2006/relationships/slide" Target="slides/slide1.xml"/><Relationship Id="rSld10" Type="http://schemas.openxmlformats.org/officeDocument/2006/relationships/slide" Target="slides/slide10.xml"/><Relationship Id="rSld11" Type="http://schemas.openxmlformats.org/officeDocument/2006/relationships/slide" Target="slides/slide11.xml"/><Relationship Id="rSld12" Type="http://schemas.openxmlformats.org/officeDocument/2006/relationships/slide" Target="slides/slide12.xml"/><Relationship Id="rSld13" Type="http://schemas.openxmlformats.org/officeDocument/2006/relationships/slide" Target="slides/slide13.xml"/><Relationship Id="rSld14" Type="http://schemas.openxmlformats.org/officeDocument/2006/relationships/slide" Target="slides/slide14.xml"/><Relationship Id="rSld15" Type="http://schemas.openxmlformats.org/officeDocument/2006/relationships/slide" Target="slides/slide15.xml"/><Relationship Id="rSld16" Type="http://schemas.openxmlformats.org/officeDocument/2006/relationships/slide" Target="slides/slide16.xml"/><Relationship Id="rSld2" Type="http://schemas.openxmlformats.org/officeDocument/2006/relationships/slide" Target="slides/slide2.xml"/><Relationship Id="rSld3" Type="http://schemas.openxmlformats.org/officeDocument/2006/relationships/slide" Target="slides/slide3.xml"/><Relationship Id="rSld4" Type="http://schemas.openxmlformats.org/officeDocument/2006/relationships/slide" Target="slides/slide4.xml"/><Relationship Id="rSld5" Type="http://schemas.openxmlformats.org/officeDocument/2006/relationships/slide" Target="slides/slide5.xml"/><Relationship Id="rSld6" Type="http://schemas.openxmlformats.org/officeDocument/2006/relationships/slide" Target="slides/slide6.xml"/><Relationship Id="rSld7" Type="http://schemas.openxmlformats.org/officeDocument/2006/relationships/slide" Target="slides/slide7.xml"/><Relationship Id="rSld8" Type="http://schemas.openxmlformats.org/officeDocument/2006/relationships/slide" Target="slides/slide8.xml"/><Relationship Id="rSld9" Type="http://schemas.openxmlformats.org/officeDocument/2006/relationships/slide" Target="slides/slide9.xml"/><Relationship Id="rId1"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6/11/relationships/changesInfo" Target="changesInfos/changesInfo1.xml"/><Relationship Id="rId1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brina Poll" userId="e37d4011-9ea3-4deb-a0ee-0510b64e7187" providerId="ADAL" clId="{2BA24524-4C28-4AF2-914F-E5BE22FFE1FD}"/>
    <pc:docChg chg="custSel delSld modSld delMainMaster delSection modSection">
      <pc:chgData name="Sabrina Poll" userId="e37d4011-9ea3-4deb-a0ee-0510b64e7187" providerId="ADAL" clId="{2BA24524-4C28-4AF2-914F-E5BE22FFE1FD}" dt="2026-07-06T15:43:40.660" v="76" actId="18676"/>
      <pc:docMkLst>
        <pc:docMk/>
      </pc:docMkLst>
      <pc:sldChg chg="del">
        <pc:chgData name="Sabrina Poll" userId="e37d4011-9ea3-4deb-a0ee-0510b64e7187" providerId="ADAL" clId="{2BA24524-4C28-4AF2-914F-E5BE22FFE1FD}" dt="2026-07-06T15:43:40.660" v="76" actId="18676"/>
        <pc:sldMkLst>
          <pc:docMk/>
          <pc:sldMk cId="0" sldId="256"/>
        </pc:sldMkLst>
      </pc:sldChg>
      <pc:sldChg chg="del">
        <pc:chgData name="Sabrina Poll" userId="e37d4011-9ea3-4deb-a0ee-0510b64e7187" providerId="ADAL" clId="{2BA24524-4C28-4AF2-914F-E5BE22FFE1FD}" dt="2026-07-06T15:43:40.660" v="76" actId="18676"/>
        <pc:sldMkLst>
          <pc:docMk/>
          <pc:sldMk cId="0" sldId="257"/>
        </pc:sldMkLst>
      </pc:sldChg>
      <pc:sldChg chg="del">
        <pc:chgData name="Sabrina Poll" userId="e37d4011-9ea3-4deb-a0ee-0510b64e7187" providerId="ADAL" clId="{2BA24524-4C28-4AF2-914F-E5BE22FFE1FD}" dt="2026-07-06T15:43:40.660" v="76" actId="18676"/>
        <pc:sldMkLst>
          <pc:docMk/>
          <pc:sldMk cId="0" sldId="258"/>
        </pc:sldMkLst>
      </pc:sldChg>
      <pc:sldChg chg="del">
        <pc:chgData name="Sabrina Poll" userId="e37d4011-9ea3-4deb-a0ee-0510b64e7187" providerId="ADAL" clId="{2BA24524-4C28-4AF2-914F-E5BE22FFE1FD}" dt="2026-07-06T15:43:40.660" v="76" actId="18676"/>
        <pc:sldMkLst>
          <pc:docMk/>
          <pc:sldMk cId="0" sldId="259"/>
        </pc:sldMkLst>
      </pc:sldChg>
      <pc:sldChg chg="del">
        <pc:chgData name="Sabrina Poll" userId="e37d4011-9ea3-4deb-a0ee-0510b64e7187" providerId="ADAL" clId="{2BA24524-4C28-4AF2-914F-E5BE22FFE1FD}" dt="2026-07-06T15:43:40.660" v="76" actId="18676"/>
        <pc:sldMkLst>
          <pc:docMk/>
          <pc:sldMk cId="0" sldId="260"/>
        </pc:sldMkLst>
      </pc:sldChg>
      <pc:sldChg chg="del">
        <pc:chgData name="Sabrina Poll" userId="e37d4011-9ea3-4deb-a0ee-0510b64e7187" providerId="ADAL" clId="{2BA24524-4C28-4AF2-914F-E5BE22FFE1FD}" dt="2026-07-06T15:43:40.660" v="76" actId="18676"/>
        <pc:sldMkLst>
          <pc:docMk/>
          <pc:sldMk cId="0" sldId="261"/>
        </pc:sldMkLst>
      </pc:sldChg>
      <pc:sldChg chg="del">
        <pc:chgData name="Sabrina Poll" userId="e37d4011-9ea3-4deb-a0ee-0510b64e7187" providerId="ADAL" clId="{2BA24524-4C28-4AF2-914F-E5BE22FFE1FD}" dt="2026-07-06T15:43:40.660" v="76" actId="18676"/>
        <pc:sldMkLst>
          <pc:docMk/>
          <pc:sldMk cId="0" sldId="262"/>
        </pc:sldMkLst>
      </pc:sldChg>
      <pc:sldChg chg="del">
        <pc:chgData name="Sabrina Poll" userId="e37d4011-9ea3-4deb-a0ee-0510b64e7187" providerId="ADAL" clId="{2BA24524-4C28-4AF2-914F-E5BE22FFE1FD}" dt="2026-07-06T15:43:40.660" v="76" actId="18676"/>
        <pc:sldMkLst>
          <pc:docMk/>
          <pc:sldMk cId="0" sldId="263"/>
        </pc:sldMkLst>
      </pc:sldChg>
      <pc:sldChg chg="del">
        <pc:chgData name="Sabrina Poll" userId="e37d4011-9ea3-4deb-a0ee-0510b64e7187" providerId="ADAL" clId="{2BA24524-4C28-4AF2-914F-E5BE22FFE1FD}" dt="2026-07-06T15:43:40.660" v="76" actId="18676"/>
        <pc:sldMkLst>
          <pc:docMk/>
          <pc:sldMk cId="0" sldId="264"/>
        </pc:sldMkLst>
      </pc:sldChg>
      <pc:sldChg chg="del">
        <pc:chgData name="Sabrina Poll" userId="e37d4011-9ea3-4deb-a0ee-0510b64e7187" providerId="ADAL" clId="{2BA24524-4C28-4AF2-914F-E5BE22FFE1FD}" dt="2026-07-06T15:43:26.521" v="71" actId="47"/>
        <pc:sldMkLst>
          <pc:docMk/>
          <pc:sldMk cId="2698837697" sldId="279"/>
        </pc:sldMkLst>
      </pc:sldChg>
      <pc:sldChg chg="del">
        <pc:chgData name="Sabrina Poll" userId="e37d4011-9ea3-4deb-a0ee-0510b64e7187" providerId="ADAL" clId="{2BA24524-4C28-4AF2-914F-E5BE22FFE1FD}" dt="2026-07-06T15:43:31.010" v="72" actId="18676"/>
        <pc:sldMkLst>
          <pc:docMk/>
          <pc:sldMk cId="2867706683" sldId="280"/>
        </pc:sldMkLst>
      </pc:sldChg>
      <pc:sldChg chg="del">
        <pc:chgData name="Sabrina Poll" userId="e37d4011-9ea3-4deb-a0ee-0510b64e7187" providerId="ADAL" clId="{2BA24524-4C28-4AF2-914F-E5BE22FFE1FD}" dt="2026-07-06T15:43:38.171" v="75" actId="18676"/>
        <pc:sldMkLst>
          <pc:docMk/>
          <pc:sldMk cId="2790703465" sldId="2076138555"/>
        </pc:sldMkLst>
      </pc:sldChg>
      <pc:sldChg chg="del">
        <pc:chgData name="Sabrina Poll" userId="e37d4011-9ea3-4deb-a0ee-0510b64e7187" providerId="ADAL" clId="{2BA24524-4C28-4AF2-914F-E5BE22FFE1FD}" dt="2026-07-06T15:43:38.171" v="75" actId="18676"/>
        <pc:sldMkLst>
          <pc:docMk/>
          <pc:sldMk cId="855187698" sldId="2076138556"/>
        </pc:sldMkLst>
      </pc:sldChg>
      <pc:sldChg chg="del">
        <pc:chgData name="Sabrina Poll" userId="e37d4011-9ea3-4deb-a0ee-0510b64e7187" providerId="ADAL" clId="{2BA24524-4C28-4AF2-914F-E5BE22FFE1FD}" dt="2026-07-06T15:43:31.010" v="72" actId="18676"/>
        <pc:sldMkLst>
          <pc:docMk/>
          <pc:sldMk cId="181076898" sldId="2147470518"/>
        </pc:sldMkLst>
      </pc:sldChg>
      <pc:sldChg chg="modSp mod">
        <pc:chgData name="Sabrina Poll" userId="e37d4011-9ea3-4deb-a0ee-0510b64e7187" providerId="ADAL" clId="{2BA24524-4C28-4AF2-914F-E5BE22FFE1FD}" dt="2026-07-06T15:42:22.633" v="19" actId="20577"/>
        <pc:sldMkLst>
          <pc:docMk/>
          <pc:sldMk cId="804193802" sldId="2147483628"/>
        </pc:sldMkLst>
        <pc:spChg chg="mod">
          <ac:chgData name="Sabrina Poll" userId="e37d4011-9ea3-4deb-a0ee-0510b64e7187" providerId="ADAL" clId="{2BA24524-4C28-4AF2-914F-E5BE22FFE1FD}" dt="2026-07-06T15:42:22.633" v="19" actId="20577"/>
          <ac:spMkLst>
            <pc:docMk/>
            <pc:sldMk cId="804193802" sldId="2147483628"/>
            <ac:spMk id="3" creationId="{2D9CD9CC-9322-BBA2-4865-957BEF7E1D29}"/>
          </ac:spMkLst>
        </pc:spChg>
      </pc:sldChg>
      <pc:sldChg chg="modSp mod modNotesTx">
        <pc:chgData name="Sabrina Poll" userId="e37d4011-9ea3-4deb-a0ee-0510b64e7187" providerId="ADAL" clId="{2BA24524-4C28-4AF2-914F-E5BE22FFE1FD}" dt="2026-07-06T15:42:57.590" v="41" actId="5793"/>
        <pc:sldMkLst>
          <pc:docMk/>
          <pc:sldMk cId="2078145131" sldId="2147483629"/>
        </pc:sldMkLst>
        <pc:spChg chg="mod">
          <ac:chgData name="Sabrina Poll" userId="e37d4011-9ea3-4deb-a0ee-0510b64e7187" providerId="ADAL" clId="{2BA24524-4C28-4AF2-914F-E5BE22FFE1FD}" dt="2026-07-06T15:42:57.590" v="41" actId="5793"/>
          <ac:spMkLst>
            <pc:docMk/>
            <pc:sldMk cId="2078145131" sldId="2147483629"/>
            <ac:spMk id="2" creationId="{00000000-0000-0000-0000-000000000000}"/>
          </ac:spMkLst>
        </pc:spChg>
        <pc:spChg chg="mod">
          <ac:chgData name="Sabrina Poll" userId="e37d4011-9ea3-4deb-a0ee-0510b64e7187" providerId="ADAL" clId="{2BA24524-4C28-4AF2-914F-E5BE22FFE1FD}" dt="2026-07-06T15:42:38.704" v="24" actId="20577"/>
          <ac:spMkLst>
            <pc:docMk/>
            <pc:sldMk cId="2078145131" sldId="2147483629"/>
            <ac:spMk id="3" creationId="{00000000-0000-0000-0000-000000000000}"/>
          </ac:spMkLst>
        </pc:spChg>
      </pc:sldChg>
      <pc:sldChg chg="del">
        <pc:chgData name="Sabrina Poll" userId="e37d4011-9ea3-4deb-a0ee-0510b64e7187" providerId="ADAL" clId="{2BA24524-4C28-4AF2-914F-E5BE22FFE1FD}" dt="2026-07-06T15:43:00.383" v="42" actId="47"/>
        <pc:sldMkLst>
          <pc:docMk/>
          <pc:sldMk cId="2443798998" sldId="2147483631"/>
        </pc:sldMkLst>
      </pc:sldChg>
      <pc:sldChg chg="del">
        <pc:chgData name="Sabrina Poll" userId="e37d4011-9ea3-4deb-a0ee-0510b64e7187" providerId="ADAL" clId="{2BA24524-4C28-4AF2-914F-E5BE22FFE1FD}" dt="2026-07-06T15:43:01.538" v="43" actId="47"/>
        <pc:sldMkLst>
          <pc:docMk/>
          <pc:sldMk cId="65116992" sldId="2147483632"/>
        </pc:sldMkLst>
      </pc:sldChg>
      <pc:sldChg chg="del">
        <pc:chgData name="Sabrina Poll" userId="e37d4011-9ea3-4deb-a0ee-0510b64e7187" providerId="ADAL" clId="{2BA24524-4C28-4AF2-914F-E5BE22FFE1FD}" dt="2026-07-06T15:43:04.784" v="45" actId="47"/>
        <pc:sldMkLst>
          <pc:docMk/>
          <pc:sldMk cId="750452663" sldId="2147483635"/>
        </pc:sldMkLst>
      </pc:sldChg>
      <pc:sldChg chg="delSp modSp mod modNotesTx">
        <pc:chgData name="Sabrina Poll" userId="e37d4011-9ea3-4deb-a0ee-0510b64e7187" providerId="ADAL" clId="{2BA24524-4C28-4AF2-914F-E5BE22FFE1FD}" dt="2026-07-06T15:43:21.824" v="70" actId="20577"/>
        <pc:sldMkLst>
          <pc:docMk/>
          <pc:sldMk cId="312749771" sldId="2147483636"/>
        </pc:sldMkLst>
        <pc:spChg chg="mod">
          <ac:chgData name="Sabrina Poll" userId="e37d4011-9ea3-4deb-a0ee-0510b64e7187" providerId="ADAL" clId="{2BA24524-4C28-4AF2-914F-E5BE22FFE1FD}" dt="2026-07-06T15:43:18.430" v="69" actId="5793"/>
          <ac:spMkLst>
            <pc:docMk/>
            <pc:sldMk cId="312749771" sldId="2147483636"/>
            <ac:spMk id="2" creationId="{E3A357BC-064B-AA38-42BE-168BAB7D9B1B}"/>
          </ac:spMkLst>
        </pc:spChg>
        <pc:spChg chg="mod">
          <ac:chgData name="Sabrina Poll" userId="e37d4011-9ea3-4deb-a0ee-0510b64e7187" providerId="ADAL" clId="{2BA24524-4C28-4AF2-914F-E5BE22FFE1FD}" dt="2026-07-06T15:43:08.844" v="49" actId="20577"/>
          <ac:spMkLst>
            <pc:docMk/>
            <pc:sldMk cId="312749771" sldId="2147483636"/>
            <ac:spMk id="3" creationId="{FBD8ACAE-3E44-3563-4029-A28DB989BAFA}"/>
          </ac:spMkLst>
        </pc:spChg>
        <pc:picChg chg="del">
          <ac:chgData name="Sabrina Poll" userId="e37d4011-9ea3-4deb-a0ee-0510b64e7187" providerId="ADAL" clId="{2BA24524-4C28-4AF2-914F-E5BE22FFE1FD}" dt="2026-07-06T15:43:11.623" v="50" actId="478"/>
          <ac:picMkLst>
            <pc:docMk/>
            <pc:sldMk cId="312749771" sldId="2147483636"/>
            <ac:picMk id="8" creationId="{3E82B1EB-4948-79DA-08E2-25E39C11FD48}"/>
          </ac:picMkLst>
        </pc:picChg>
      </pc:sldChg>
      <pc:sldChg chg="del">
        <pc:chgData name="Sabrina Poll" userId="e37d4011-9ea3-4deb-a0ee-0510b64e7187" providerId="ADAL" clId="{2BA24524-4C28-4AF2-914F-E5BE22FFE1FD}" dt="2026-07-06T15:43:04.820" v="46" actId="47"/>
        <pc:sldMkLst>
          <pc:docMk/>
          <pc:sldMk cId="3481177380" sldId="2147483637"/>
        </pc:sldMkLst>
      </pc:sldChg>
      <pc:sldChg chg="del">
        <pc:chgData name="Sabrina Poll" userId="e37d4011-9ea3-4deb-a0ee-0510b64e7187" providerId="ADAL" clId="{2BA24524-4C28-4AF2-914F-E5BE22FFE1FD}" dt="2026-07-06T15:43:04.746" v="44" actId="47"/>
        <pc:sldMkLst>
          <pc:docMk/>
          <pc:sldMk cId="2494452073" sldId="2147483638"/>
        </pc:sldMkLst>
      </pc:sldChg>
      <pc:sldChg chg="del">
        <pc:chgData name="Sabrina Poll" userId="e37d4011-9ea3-4deb-a0ee-0510b64e7187" providerId="ADAL" clId="{2BA24524-4C28-4AF2-914F-E5BE22FFE1FD}" dt="2026-07-06T15:43:31.010" v="72" actId="18676"/>
        <pc:sldMkLst>
          <pc:docMk/>
          <pc:sldMk cId="3831019229" sldId="2147483639"/>
        </pc:sldMkLst>
      </pc:sldChg>
      <pc:sldChg chg="del">
        <pc:chgData name="Sabrina Poll" userId="e37d4011-9ea3-4deb-a0ee-0510b64e7187" providerId="ADAL" clId="{2BA24524-4C28-4AF2-914F-E5BE22FFE1FD}" dt="2026-07-06T15:43:33.617" v="73" actId="18676"/>
        <pc:sldMkLst>
          <pc:docMk/>
          <pc:sldMk cId="636877859" sldId="2147483640"/>
        </pc:sldMkLst>
      </pc:sldChg>
      <pc:sldChg chg="del">
        <pc:chgData name="Sabrina Poll" userId="e37d4011-9ea3-4deb-a0ee-0510b64e7187" providerId="ADAL" clId="{2BA24524-4C28-4AF2-914F-E5BE22FFE1FD}" dt="2026-07-06T15:43:33.617" v="73" actId="18676"/>
        <pc:sldMkLst>
          <pc:docMk/>
          <pc:sldMk cId="1269174312" sldId="2147483641"/>
        </pc:sldMkLst>
      </pc:sldChg>
      <pc:sldChg chg="del">
        <pc:chgData name="Sabrina Poll" userId="e37d4011-9ea3-4deb-a0ee-0510b64e7187" providerId="ADAL" clId="{2BA24524-4C28-4AF2-914F-E5BE22FFE1FD}" dt="2026-07-06T15:43:33.617" v="73" actId="18676"/>
        <pc:sldMkLst>
          <pc:docMk/>
          <pc:sldMk cId="190138047" sldId="2147483642"/>
        </pc:sldMkLst>
      </pc:sldChg>
      <pc:sldChg chg="del">
        <pc:chgData name="Sabrina Poll" userId="e37d4011-9ea3-4deb-a0ee-0510b64e7187" providerId="ADAL" clId="{2BA24524-4C28-4AF2-914F-E5BE22FFE1FD}" dt="2026-07-06T15:43:35.796" v="74" actId="18676"/>
        <pc:sldMkLst>
          <pc:docMk/>
          <pc:sldMk cId="2356893828" sldId="2147483643"/>
        </pc:sldMkLst>
      </pc:sldChg>
      <pc:sldChg chg="del">
        <pc:chgData name="Sabrina Poll" userId="e37d4011-9ea3-4deb-a0ee-0510b64e7187" providerId="ADAL" clId="{2BA24524-4C28-4AF2-914F-E5BE22FFE1FD}" dt="2026-07-06T15:43:38.171" v="75" actId="18676"/>
        <pc:sldMkLst>
          <pc:docMk/>
          <pc:sldMk cId="1598386134" sldId="2147483644"/>
        </pc:sldMkLst>
      </pc:sldChg>
      <pc:sldChg chg="del">
        <pc:chgData name="Sabrina Poll" userId="e37d4011-9ea3-4deb-a0ee-0510b64e7187" providerId="ADAL" clId="{2BA24524-4C28-4AF2-914F-E5BE22FFE1FD}" dt="2026-07-06T15:43:33.617" v="73" actId="18676"/>
        <pc:sldMkLst>
          <pc:docMk/>
          <pc:sldMk cId="3303307807" sldId="2147483645"/>
        </pc:sldMkLst>
      </pc:sldChg>
      <pc:sldMasterChg chg="del delSldLayout">
        <pc:chgData name="Sabrina Poll" userId="e37d4011-9ea3-4deb-a0ee-0510b64e7187" providerId="ADAL" clId="{2BA24524-4C28-4AF2-914F-E5BE22FFE1FD}" dt="2026-07-06T15:43:40.660" v="76" actId="18676"/>
        <pc:sldMasterMkLst>
          <pc:docMk/>
          <pc:sldMasterMk cId="0" sldId="2147483648"/>
        </pc:sldMasterMkLst>
        <pc:sldLayoutChg chg="del">
          <pc:chgData name="Sabrina Poll" userId="e37d4011-9ea3-4deb-a0ee-0510b64e7187" providerId="ADAL" clId="{2BA24524-4C28-4AF2-914F-E5BE22FFE1FD}" dt="2026-07-06T15:43:40.660" v="76" actId="18676"/>
          <pc:sldLayoutMkLst>
            <pc:docMk/>
            <pc:sldMasterMk cId="0" sldId="2147483648"/>
            <pc:sldLayoutMk cId="0" sldId="2147483649"/>
          </pc:sldLayoutMkLst>
        </pc:sldLayoutChg>
      </pc:sldMasterChg>
      <pc:sldMasterChg chg="del delSldLayout">
        <pc:chgData name="Sabrina Poll" userId="e37d4011-9ea3-4deb-a0ee-0510b64e7187" providerId="ADAL" clId="{2BA24524-4C28-4AF2-914F-E5BE22FFE1FD}" dt="2026-07-06T15:43:31.010" v="72" actId="18676"/>
        <pc:sldMasterMkLst>
          <pc:docMk/>
          <pc:sldMasterMk cId="4261744269" sldId="2147483666"/>
        </pc:sldMasterMkLst>
        <pc:sldLayoutChg chg="del">
          <pc:chgData name="Sabrina Poll" userId="e37d4011-9ea3-4deb-a0ee-0510b64e7187" providerId="ADAL" clId="{2BA24524-4C28-4AF2-914F-E5BE22FFE1FD}" dt="2026-07-06T15:43:31.010" v="72" actId="18676"/>
          <pc:sldLayoutMkLst>
            <pc:docMk/>
            <pc:sldMasterMk cId="4261744269" sldId="2147483666"/>
            <pc:sldLayoutMk cId="4177682505" sldId="2147483667"/>
          </pc:sldLayoutMkLst>
        </pc:sldLayoutChg>
        <pc:sldLayoutChg chg="del">
          <pc:chgData name="Sabrina Poll" userId="e37d4011-9ea3-4deb-a0ee-0510b64e7187" providerId="ADAL" clId="{2BA24524-4C28-4AF2-914F-E5BE22FFE1FD}" dt="2026-07-06T15:43:31.010" v="72" actId="18676"/>
          <pc:sldLayoutMkLst>
            <pc:docMk/>
            <pc:sldMasterMk cId="4261744269" sldId="2147483666"/>
            <pc:sldLayoutMk cId="4068232631" sldId="2147483668"/>
          </pc:sldLayoutMkLst>
        </pc:sldLayoutChg>
        <pc:sldLayoutChg chg="del">
          <pc:chgData name="Sabrina Poll" userId="e37d4011-9ea3-4deb-a0ee-0510b64e7187" providerId="ADAL" clId="{2BA24524-4C28-4AF2-914F-E5BE22FFE1FD}" dt="2026-07-06T15:43:31.010" v="72" actId="18676"/>
          <pc:sldLayoutMkLst>
            <pc:docMk/>
            <pc:sldMasterMk cId="4261744269" sldId="2147483666"/>
            <pc:sldLayoutMk cId="961928611" sldId="2147483669"/>
          </pc:sldLayoutMkLst>
        </pc:sldLayoutChg>
        <pc:sldLayoutChg chg="del">
          <pc:chgData name="Sabrina Poll" userId="e37d4011-9ea3-4deb-a0ee-0510b64e7187" providerId="ADAL" clId="{2BA24524-4C28-4AF2-914F-E5BE22FFE1FD}" dt="2026-07-06T15:43:31.010" v="72" actId="18676"/>
          <pc:sldLayoutMkLst>
            <pc:docMk/>
            <pc:sldMasterMk cId="4261744269" sldId="2147483666"/>
            <pc:sldLayoutMk cId="3147404565" sldId="2147483670"/>
          </pc:sldLayoutMkLst>
        </pc:sldLayoutChg>
        <pc:sldLayoutChg chg="del">
          <pc:chgData name="Sabrina Poll" userId="e37d4011-9ea3-4deb-a0ee-0510b64e7187" providerId="ADAL" clId="{2BA24524-4C28-4AF2-914F-E5BE22FFE1FD}" dt="2026-07-06T15:43:31.010" v="72" actId="18676"/>
          <pc:sldLayoutMkLst>
            <pc:docMk/>
            <pc:sldMasterMk cId="4261744269" sldId="2147483666"/>
            <pc:sldLayoutMk cId="3734433272" sldId="2147483671"/>
          </pc:sldLayoutMkLst>
        </pc:sldLayoutChg>
        <pc:sldLayoutChg chg="del">
          <pc:chgData name="Sabrina Poll" userId="e37d4011-9ea3-4deb-a0ee-0510b64e7187" providerId="ADAL" clId="{2BA24524-4C28-4AF2-914F-E5BE22FFE1FD}" dt="2026-07-06T15:43:31.010" v="72" actId="18676"/>
          <pc:sldLayoutMkLst>
            <pc:docMk/>
            <pc:sldMasterMk cId="4261744269" sldId="2147483666"/>
            <pc:sldLayoutMk cId="1683815072" sldId="2147483672"/>
          </pc:sldLayoutMkLst>
        </pc:sldLayoutChg>
        <pc:sldLayoutChg chg="del">
          <pc:chgData name="Sabrina Poll" userId="e37d4011-9ea3-4deb-a0ee-0510b64e7187" providerId="ADAL" clId="{2BA24524-4C28-4AF2-914F-E5BE22FFE1FD}" dt="2026-07-06T15:43:31.010" v="72" actId="18676"/>
          <pc:sldLayoutMkLst>
            <pc:docMk/>
            <pc:sldMasterMk cId="4261744269" sldId="2147483666"/>
            <pc:sldLayoutMk cId="3182392498" sldId="2147483673"/>
          </pc:sldLayoutMkLst>
        </pc:sldLayoutChg>
        <pc:sldLayoutChg chg="del">
          <pc:chgData name="Sabrina Poll" userId="e37d4011-9ea3-4deb-a0ee-0510b64e7187" providerId="ADAL" clId="{2BA24524-4C28-4AF2-914F-E5BE22FFE1FD}" dt="2026-07-06T15:43:31.010" v="72" actId="18676"/>
          <pc:sldLayoutMkLst>
            <pc:docMk/>
            <pc:sldMasterMk cId="4261744269" sldId="2147483666"/>
            <pc:sldLayoutMk cId="162357808" sldId="2147483674"/>
          </pc:sldLayoutMkLst>
        </pc:sldLayoutChg>
        <pc:sldLayoutChg chg="del">
          <pc:chgData name="Sabrina Poll" userId="e37d4011-9ea3-4deb-a0ee-0510b64e7187" providerId="ADAL" clId="{2BA24524-4C28-4AF2-914F-E5BE22FFE1FD}" dt="2026-07-06T15:43:31.010" v="72" actId="18676"/>
          <pc:sldLayoutMkLst>
            <pc:docMk/>
            <pc:sldMasterMk cId="4261744269" sldId="2147483666"/>
            <pc:sldLayoutMk cId="2718539655" sldId="2147483675"/>
          </pc:sldLayoutMkLst>
        </pc:sldLayoutChg>
        <pc:sldLayoutChg chg="del">
          <pc:chgData name="Sabrina Poll" userId="e37d4011-9ea3-4deb-a0ee-0510b64e7187" providerId="ADAL" clId="{2BA24524-4C28-4AF2-914F-E5BE22FFE1FD}" dt="2026-07-06T15:43:31.010" v="72" actId="18676"/>
          <pc:sldLayoutMkLst>
            <pc:docMk/>
            <pc:sldMasterMk cId="4261744269" sldId="2147483666"/>
            <pc:sldLayoutMk cId="556823269" sldId="2147483676"/>
          </pc:sldLayoutMkLst>
        </pc:sldLayoutChg>
        <pc:sldLayoutChg chg="del">
          <pc:chgData name="Sabrina Poll" userId="e37d4011-9ea3-4deb-a0ee-0510b64e7187" providerId="ADAL" clId="{2BA24524-4C28-4AF2-914F-E5BE22FFE1FD}" dt="2026-07-06T15:43:31.010" v="72" actId="18676"/>
          <pc:sldLayoutMkLst>
            <pc:docMk/>
            <pc:sldMasterMk cId="4261744269" sldId="2147483666"/>
            <pc:sldLayoutMk cId="1800096419" sldId="2147483677"/>
          </pc:sldLayoutMkLst>
        </pc:sldLayoutChg>
        <pc:sldLayoutChg chg="del">
          <pc:chgData name="Sabrina Poll" userId="e37d4011-9ea3-4deb-a0ee-0510b64e7187" providerId="ADAL" clId="{2BA24524-4C28-4AF2-914F-E5BE22FFE1FD}" dt="2026-07-06T15:43:31.010" v="72" actId="18676"/>
          <pc:sldLayoutMkLst>
            <pc:docMk/>
            <pc:sldMasterMk cId="4261744269" sldId="2147483666"/>
            <pc:sldLayoutMk cId="1666404087" sldId="2147483678"/>
          </pc:sldLayoutMkLst>
        </pc:sldLayoutChg>
        <pc:sldLayoutChg chg="del">
          <pc:chgData name="Sabrina Poll" userId="e37d4011-9ea3-4deb-a0ee-0510b64e7187" providerId="ADAL" clId="{2BA24524-4C28-4AF2-914F-E5BE22FFE1FD}" dt="2026-07-06T15:43:31.010" v="72" actId="18676"/>
          <pc:sldLayoutMkLst>
            <pc:docMk/>
            <pc:sldMasterMk cId="4261744269" sldId="2147483666"/>
            <pc:sldLayoutMk cId="2280630574" sldId="2147483679"/>
          </pc:sldLayoutMkLst>
        </pc:sldLayoutChg>
        <pc:sldLayoutChg chg="del">
          <pc:chgData name="Sabrina Poll" userId="e37d4011-9ea3-4deb-a0ee-0510b64e7187" providerId="ADAL" clId="{2BA24524-4C28-4AF2-914F-E5BE22FFE1FD}" dt="2026-07-06T15:43:31.010" v="72" actId="18676"/>
          <pc:sldLayoutMkLst>
            <pc:docMk/>
            <pc:sldMasterMk cId="4261744269" sldId="2147483666"/>
            <pc:sldLayoutMk cId="268901536" sldId="2147483680"/>
          </pc:sldLayoutMkLst>
        </pc:sldLayoutChg>
        <pc:sldLayoutChg chg="del">
          <pc:chgData name="Sabrina Poll" userId="e37d4011-9ea3-4deb-a0ee-0510b64e7187" providerId="ADAL" clId="{2BA24524-4C28-4AF2-914F-E5BE22FFE1FD}" dt="2026-07-06T15:43:31.010" v="72" actId="18676"/>
          <pc:sldLayoutMkLst>
            <pc:docMk/>
            <pc:sldMasterMk cId="4261744269" sldId="2147483666"/>
            <pc:sldLayoutMk cId="3850644196" sldId="2147483681"/>
          </pc:sldLayoutMkLst>
        </pc:sldLayoutChg>
        <pc:sldLayoutChg chg="del">
          <pc:chgData name="Sabrina Poll" userId="e37d4011-9ea3-4deb-a0ee-0510b64e7187" providerId="ADAL" clId="{2BA24524-4C28-4AF2-914F-E5BE22FFE1FD}" dt="2026-07-06T15:43:31.010" v="72" actId="18676"/>
          <pc:sldLayoutMkLst>
            <pc:docMk/>
            <pc:sldMasterMk cId="4261744269" sldId="2147483666"/>
            <pc:sldLayoutMk cId="649361198" sldId="2147483682"/>
          </pc:sldLayoutMkLst>
        </pc:sldLayoutChg>
        <pc:sldLayoutChg chg="del">
          <pc:chgData name="Sabrina Poll" userId="e37d4011-9ea3-4deb-a0ee-0510b64e7187" providerId="ADAL" clId="{2BA24524-4C28-4AF2-914F-E5BE22FFE1FD}" dt="2026-07-06T15:43:31.010" v="72" actId="18676"/>
          <pc:sldLayoutMkLst>
            <pc:docMk/>
            <pc:sldMasterMk cId="4261744269" sldId="2147483666"/>
            <pc:sldLayoutMk cId="3208462614" sldId="2147483683"/>
          </pc:sldLayoutMkLst>
        </pc:sldLayoutChg>
      </pc:sldMasterChg>
      <pc:sldMasterChg chg="del delSldLayout">
        <pc:chgData name="Sabrina Poll" userId="e37d4011-9ea3-4deb-a0ee-0510b64e7187" providerId="ADAL" clId="{2BA24524-4C28-4AF2-914F-E5BE22FFE1FD}" dt="2026-07-06T15:43:38.171" v="75" actId="18676"/>
        <pc:sldMasterMkLst>
          <pc:docMk/>
          <pc:sldMasterMk cId="2884660954" sldId="2147483684"/>
        </pc:sldMasterMkLst>
        <pc:sldLayoutChg chg="del">
          <pc:chgData name="Sabrina Poll" userId="e37d4011-9ea3-4deb-a0ee-0510b64e7187" providerId="ADAL" clId="{2BA24524-4C28-4AF2-914F-E5BE22FFE1FD}" dt="2026-07-06T15:43:38.171" v="75" actId="18676"/>
          <pc:sldLayoutMkLst>
            <pc:docMk/>
            <pc:sldMasterMk cId="2884660954" sldId="2147483684"/>
            <pc:sldLayoutMk cId="2473839301" sldId="2147483685"/>
          </pc:sldLayoutMkLst>
        </pc:sldLayoutChg>
        <pc:sldLayoutChg chg="del">
          <pc:chgData name="Sabrina Poll" userId="e37d4011-9ea3-4deb-a0ee-0510b64e7187" providerId="ADAL" clId="{2BA24524-4C28-4AF2-914F-E5BE22FFE1FD}" dt="2026-07-06T15:43:38.171" v="75" actId="18676"/>
          <pc:sldLayoutMkLst>
            <pc:docMk/>
            <pc:sldMasterMk cId="2884660954" sldId="2147483684"/>
            <pc:sldLayoutMk cId="1237019979" sldId="2147483686"/>
          </pc:sldLayoutMkLst>
        </pc:sldLayoutChg>
        <pc:sldLayoutChg chg="del">
          <pc:chgData name="Sabrina Poll" userId="e37d4011-9ea3-4deb-a0ee-0510b64e7187" providerId="ADAL" clId="{2BA24524-4C28-4AF2-914F-E5BE22FFE1FD}" dt="2026-07-06T15:43:38.171" v="75" actId="18676"/>
          <pc:sldLayoutMkLst>
            <pc:docMk/>
            <pc:sldMasterMk cId="2884660954" sldId="2147483684"/>
            <pc:sldLayoutMk cId="2545493661" sldId="2147483687"/>
          </pc:sldLayoutMkLst>
        </pc:sldLayoutChg>
        <pc:sldLayoutChg chg="del">
          <pc:chgData name="Sabrina Poll" userId="e37d4011-9ea3-4deb-a0ee-0510b64e7187" providerId="ADAL" clId="{2BA24524-4C28-4AF2-914F-E5BE22FFE1FD}" dt="2026-07-06T15:43:38.171" v="75" actId="18676"/>
          <pc:sldLayoutMkLst>
            <pc:docMk/>
            <pc:sldMasterMk cId="2884660954" sldId="2147483684"/>
            <pc:sldLayoutMk cId="4088114207" sldId="2147483688"/>
          </pc:sldLayoutMkLst>
        </pc:sldLayoutChg>
        <pc:sldLayoutChg chg="del">
          <pc:chgData name="Sabrina Poll" userId="e37d4011-9ea3-4deb-a0ee-0510b64e7187" providerId="ADAL" clId="{2BA24524-4C28-4AF2-914F-E5BE22FFE1FD}" dt="2026-07-06T15:43:38.171" v="75" actId="18676"/>
          <pc:sldLayoutMkLst>
            <pc:docMk/>
            <pc:sldMasterMk cId="2884660954" sldId="2147483684"/>
            <pc:sldLayoutMk cId="912265235" sldId="2147483689"/>
          </pc:sldLayoutMkLst>
        </pc:sldLayoutChg>
        <pc:sldLayoutChg chg="del">
          <pc:chgData name="Sabrina Poll" userId="e37d4011-9ea3-4deb-a0ee-0510b64e7187" providerId="ADAL" clId="{2BA24524-4C28-4AF2-914F-E5BE22FFE1FD}" dt="2026-07-06T15:43:38.171" v="75" actId="18676"/>
          <pc:sldLayoutMkLst>
            <pc:docMk/>
            <pc:sldMasterMk cId="2884660954" sldId="2147483684"/>
            <pc:sldLayoutMk cId="1072919090" sldId="2147483690"/>
          </pc:sldLayoutMkLst>
        </pc:sldLayoutChg>
        <pc:sldLayoutChg chg="del">
          <pc:chgData name="Sabrina Poll" userId="e37d4011-9ea3-4deb-a0ee-0510b64e7187" providerId="ADAL" clId="{2BA24524-4C28-4AF2-914F-E5BE22FFE1FD}" dt="2026-07-06T15:43:38.171" v="75" actId="18676"/>
          <pc:sldLayoutMkLst>
            <pc:docMk/>
            <pc:sldMasterMk cId="2884660954" sldId="2147483684"/>
            <pc:sldLayoutMk cId="896610419" sldId="2147483691"/>
          </pc:sldLayoutMkLst>
        </pc:sldLayoutChg>
        <pc:sldLayoutChg chg="del">
          <pc:chgData name="Sabrina Poll" userId="e37d4011-9ea3-4deb-a0ee-0510b64e7187" providerId="ADAL" clId="{2BA24524-4C28-4AF2-914F-E5BE22FFE1FD}" dt="2026-07-06T15:43:38.171" v="75" actId="18676"/>
          <pc:sldLayoutMkLst>
            <pc:docMk/>
            <pc:sldMasterMk cId="2884660954" sldId="2147483684"/>
            <pc:sldLayoutMk cId="77490169" sldId="214748369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A8428D72-9849-43D5-88AF-6D90E41C0E33}" type="datetimeFigureOut">
              <a:t>7/6/2026</a:t>
            </a:fld>
            <a:endParaRPr lang="en-GB"/>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14158F68-E845-4313-9734-DEB8716E4D76}" type="slidenum">
              <a:t>‹#›</a:t>
            </a:fld>
            <a:endParaRPr lang="en-GB"/>
          </a:p>
        </p:txBody>
      </p:sp>
    </p:spTree>
    <p:extLst>
      <p:ext uri="{BB962C8B-B14F-4D97-AF65-F5344CB8AC3E}">
        <p14:creationId xmlns:p14="http://schemas.microsoft.com/office/powerpoint/2010/main" val="1380887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Cover">
    <p:spTree>
      <p:nvGrpSpPr>
        <p:cNvPr id="1" name=""/>
        <p:cNvGrpSpPr/>
        <p:nvPr/>
      </p:nvGrpSpPr>
      <p:grpSpPr>
        <a:xfrm>
          <a:off x="0" y="0"/>
          <a:ext cx="0" cy="0"/>
          <a:chOff x="0" y="0"/>
          <a:chExt cx="0" cy="0"/>
        </a:xfrm>
      </p:grpSpPr>
      <p:pic>
        <p:nvPicPr>
          <p:cNvPr id="9" name="Immagine 8" descr="Reply Green 0.png"/>
          <p:cNvPicPr>
            <a:picLocks/>
          </p:cNvPicPr>
          <p:nvPr userDrawn="1"/>
        </p:nvPicPr>
        <p:blipFill rotWithShape="1">
          <a:blip r:embed="rId2">
            <a:extLst>
              <a:ext uri="{28A0092B-C50C-407E-A947-70E740481C1C}">
                <a14:useLocalDpi xmlns:a14="http://schemas.microsoft.com/office/drawing/2010/main" val="0"/>
              </a:ext>
            </a:extLst>
          </a:blip>
          <a:srcRect t="-57" b="58"/>
          <a:stretch/>
        </p:blipFill>
        <p:spPr>
          <a:xfrm>
            <a:off x="-1" y="-11760"/>
            <a:ext cx="9180513" cy="5184000"/>
          </a:xfrm>
          <a:prstGeom prst="rect">
            <a:avLst/>
          </a:prstGeom>
        </p:spPr>
      </p:pic>
      <p:sp>
        <p:nvSpPr>
          <p:cNvPr id="2" name="Title 1"/>
          <p:cNvSpPr>
            <a:spLocks noGrp="1"/>
          </p:cNvSpPr>
          <p:nvPr>
            <p:ph type="ctrTitle" hasCustomPrompt="1"/>
          </p:nvPr>
        </p:nvSpPr>
        <p:spPr>
          <a:xfrm>
            <a:off x="573853" y="799312"/>
            <a:ext cx="7585611" cy="2412171"/>
          </a:xfrm>
        </p:spPr>
        <p:txBody>
          <a:bodyPr anchor="b"/>
          <a:lstStyle>
            <a:lvl1pPr algn="l" defTabSz="914378" rtl="0" eaLnBrk="1" latinLnBrk="0" hangingPunct="1">
              <a:lnSpc>
                <a:spcPct val="80000"/>
              </a:lnSpc>
              <a:spcBef>
                <a:spcPct val="0"/>
              </a:spcBef>
              <a:buNone/>
              <a:defRPr lang="it-IT" sz="6000" i="0" u="none" kern="1200" cap="all" spc="-100" dirty="0" smtClean="0">
                <a:solidFill>
                  <a:schemeClr val="tx1"/>
                </a:solidFill>
                <a:latin typeface="Arial Black"/>
                <a:ea typeface="+mj-ea"/>
                <a:cs typeface="Arial Black"/>
              </a:defRPr>
            </a:lvl1pPr>
          </a:lstStyle>
          <a:p>
            <a:r>
              <a:rPr lang="it-IT"/>
              <a:t>INSERT YOUR</a:t>
            </a:r>
            <a:br>
              <a:rPr lang="it-IT"/>
            </a:br>
            <a:r>
              <a:rPr lang="it-IT"/>
              <a:t>TITLE HERE</a:t>
            </a:r>
            <a:endParaRPr lang="en-US"/>
          </a:p>
        </p:txBody>
      </p:sp>
      <p:sp>
        <p:nvSpPr>
          <p:cNvPr id="12" name="Subtitle 2"/>
          <p:cNvSpPr>
            <a:spLocks noGrp="1"/>
          </p:cNvSpPr>
          <p:nvPr>
            <p:ph type="subTitle" idx="1" hasCustomPrompt="1"/>
          </p:nvPr>
        </p:nvSpPr>
        <p:spPr>
          <a:xfrm>
            <a:off x="573852" y="3375892"/>
            <a:ext cx="7585612" cy="328820"/>
          </a:xfrm>
        </p:spPr>
        <p:txBody>
          <a:bodyPr lIns="0" bIns="0" anchor="t">
            <a:noAutofit/>
          </a:bodyPr>
          <a:lstStyle>
            <a:lvl1pPr marL="0" indent="0" algn="l">
              <a:buNone/>
              <a:defRPr sz="1800" b="0" cap="none">
                <a:solidFill>
                  <a:schemeClr val="tx1"/>
                </a:solidFill>
                <a:latin typeface="+mn-lt"/>
                <a:cs typeface="Arial Black"/>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it-IT" err="1"/>
              <a:t>Insert</a:t>
            </a:r>
            <a:r>
              <a:rPr lang="it-IT"/>
              <a:t> </a:t>
            </a:r>
            <a:r>
              <a:rPr lang="it-IT" err="1"/>
              <a:t>your</a:t>
            </a:r>
            <a:r>
              <a:rPr lang="it-IT"/>
              <a:t> </a:t>
            </a:r>
            <a:r>
              <a:rPr lang="it-IT" err="1"/>
              <a:t>subtitle</a:t>
            </a:r>
            <a:r>
              <a:rPr lang="it-IT"/>
              <a:t> </a:t>
            </a:r>
            <a:r>
              <a:rPr lang="it-IT" err="1"/>
              <a:t>here</a:t>
            </a:r>
            <a:endParaRPr lang="en-US"/>
          </a:p>
        </p:txBody>
      </p:sp>
      <p:pic>
        <p:nvPicPr>
          <p:cNvPr id="7" name="Bild 6" descr="Unbenannt-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988300" y="4723085"/>
            <a:ext cx="901701" cy="241840"/>
          </a:xfrm>
          <a:prstGeom prst="rect">
            <a:avLst/>
          </a:prstGeom>
        </p:spPr>
      </p:pic>
    </p:spTree>
    <p:extLst>
      <p:ext uri="{BB962C8B-B14F-4D97-AF65-F5344CB8AC3E}">
        <p14:creationId xmlns:p14="http://schemas.microsoft.com/office/powerpoint/2010/main" val="3584519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eeting Agen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3853" y="408192"/>
            <a:ext cx="7968163" cy="266461"/>
          </a:xfrm>
        </p:spPr>
        <p:txBody>
          <a:bodyPr tIns="0" rIns="0" anchor="t" anchorCtr="0"/>
          <a:lstStyle>
            <a:lvl1pPr>
              <a:defRPr sz="3200" cap="all" baseline="0">
                <a:latin typeface="Arial Black" panose="020B0A04020102020204" pitchFamily="34" charset="0"/>
                <a:cs typeface="Arial" panose="020B0604020202020204" pitchFamily="34" charset="0"/>
              </a:defRPr>
            </a:lvl1pPr>
          </a:lstStyle>
          <a:p>
            <a:r>
              <a:rPr lang="it-IT"/>
              <a:t>INSERT YOUR TITLE HERE</a:t>
            </a:r>
            <a:endParaRPr lang="en-US"/>
          </a:p>
        </p:txBody>
      </p:sp>
      <p:sp>
        <p:nvSpPr>
          <p:cNvPr id="18" name="Subtitle 2"/>
          <p:cNvSpPr>
            <a:spLocks noGrp="1"/>
          </p:cNvSpPr>
          <p:nvPr>
            <p:ph type="subTitle" idx="1" hasCustomPrompt="1"/>
          </p:nvPr>
        </p:nvSpPr>
        <p:spPr>
          <a:xfrm>
            <a:off x="573853" y="753751"/>
            <a:ext cx="7968163" cy="328820"/>
          </a:xfrm>
        </p:spPr>
        <p:txBody>
          <a:bodyPr lIns="0" bIns="0" anchor="ctr">
            <a:noAutofit/>
          </a:bodyPr>
          <a:lstStyle>
            <a:lvl1pPr marL="0" indent="0" algn="ctr">
              <a:buNone/>
              <a:defRPr sz="1600" b="0" cap="all">
                <a:solidFill>
                  <a:schemeClr val="tx1"/>
                </a:solidFill>
                <a:latin typeface="Arial Black" panose="020B0A04020102020204" pitchFamily="34" charset="0"/>
                <a:cs typeface="Arial Black" panose="020B0A04020102020204" pitchFamily="34" charset="0"/>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it-IT" err="1"/>
              <a:t>Insert</a:t>
            </a:r>
            <a:r>
              <a:rPr lang="it-IT"/>
              <a:t> </a:t>
            </a:r>
            <a:r>
              <a:rPr lang="it-IT" err="1"/>
              <a:t>your</a:t>
            </a:r>
            <a:r>
              <a:rPr lang="it-IT"/>
              <a:t> </a:t>
            </a:r>
            <a:r>
              <a:rPr lang="it-IT" err="1"/>
              <a:t>subtitle</a:t>
            </a:r>
            <a:r>
              <a:rPr lang="it-IT"/>
              <a:t> </a:t>
            </a:r>
            <a:r>
              <a:rPr lang="it-IT" err="1"/>
              <a:t>here</a:t>
            </a:r>
            <a:endParaRPr lang="en-US"/>
          </a:p>
        </p:txBody>
      </p:sp>
      <p:pic>
        <p:nvPicPr>
          <p:cNvPr id="7" name="Bild 5" descr="runningman.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5308" y="4807869"/>
            <a:ext cx="217532" cy="217532"/>
          </a:xfrm>
          <a:prstGeom prst="rect">
            <a:avLst/>
          </a:prstGeom>
        </p:spPr>
      </p:pic>
      <p:sp>
        <p:nvSpPr>
          <p:cNvPr id="6" name="Inhaltsplatzhalter 2"/>
          <p:cNvSpPr>
            <a:spLocks noGrp="1"/>
          </p:cNvSpPr>
          <p:nvPr>
            <p:ph idx="10"/>
          </p:nvPr>
        </p:nvSpPr>
        <p:spPr>
          <a:xfrm>
            <a:off x="603249" y="1594893"/>
            <a:ext cx="7937501" cy="2462213"/>
          </a:xfrm>
        </p:spPr>
        <p:txBody>
          <a:bodyPr/>
          <a:lstStyle>
            <a:lvl1pPr marL="500051" indent="-500051">
              <a:spcBef>
                <a:spcPts val="1200"/>
              </a:spcBef>
              <a:buClr>
                <a:schemeClr val="accent2"/>
              </a:buClr>
              <a:buSzPct val="100000"/>
              <a:buFont typeface="+mj-lt"/>
              <a:buAutoNum type="arabicPlain"/>
              <a:tabLst/>
              <a:defRPr/>
            </a:lvl1pPr>
            <a:lvl2pPr marL="982639" indent="-490526">
              <a:spcBef>
                <a:spcPts val="1200"/>
              </a:spcBef>
              <a:buClr>
                <a:schemeClr val="accent2"/>
              </a:buClr>
              <a:buSzPct val="100000"/>
              <a:buFont typeface="+mj-lt"/>
              <a:buAutoNum type="arabicPlain"/>
              <a:tabLst/>
              <a:defRPr cap="none">
                <a:solidFill>
                  <a:schemeClr val="tx1"/>
                </a:solidFill>
              </a:defRPr>
            </a:lvl2pPr>
            <a:lvl3pPr marL="1431890" indent="-450839">
              <a:spcBef>
                <a:spcPts val="1200"/>
              </a:spcBef>
              <a:buClr>
                <a:schemeClr val="accent2"/>
              </a:buClr>
              <a:buSzPct val="100000"/>
              <a:buFont typeface="+mj-lt"/>
              <a:buAutoNum type="arabicPlain"/>
              <a:tabLst/>
              <a:defRPr sz="1600">
                <a:solidFill>
                  <a:schemeClr val="tx1"/>
                </a:solidFill>
              </a:defRPr>
            </a:lvl3pPr>
            <a:lvl4pPr marL="1371566" indent="-342892">
              <a:buFont typeface="+mj-lt"/>
              <a:buAutoNum type="arabicPeriod"/>
              <a:defRPr/>
            </a:lvl4pPr>
            <a:lvl5pPr marL="1714457" indent="-342892">
              <a:buFont typeface="+mj-lt"/>
              <a:buAutoNum type="arabicPeriod"/>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92832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Cover Opt 1">
    <p:spTree>
      <p:nvGrpSpPr>
        <p:cNvPr id="1" name=""/>
        <p:cNvGrpSpPr/>
        <p:nvPr/>
      </p:nvGrpSpPr>
      <p:grpSpPr>
        <a:xfrm>
          <a:off x="0" y="0"/>
          <a:ext cx="0" cy="0"/>
          <a:chOff x="0" y="0"/>
          <a:chExt cx="0" cy="0"/>
        </a:xfrm>
      </p:grpSpPr>
      <p:pic>
        <p:nvPicPr>
          <p:cNvPr id="7" name="Immagine 6" descr="Reply Green 0.png"/>
          <p:cNvPicPr>
            <a:picLocks/>
          </p:cNvPicPr>
          <p:nvPr userDrawn="1"/>
        </p:nvPicPr>
        <p:blipFill rotWithShape="1">
          <a:blip r:embed="rId2">
            <a:extLst>
              <a:ext uri="{28A0092B-C50C-407E-A947-70E740481C1C}">
                <a14:useLocalDpi xmlns:a14="http://schemas.microsoft.com/office/drawing/2010/main" val="0"/>
              </a:ext>
            </a:extLst>
          </a:blip>
          <a:srcRect t="-57" b="58"/>
          <a:stretch/>
        </p:blipFill>
        <p:spPr>
          <a:xfrm>
            <a:off x="-1" y="-11760"/>
            <a:ext cx="9180513" cy="5184000"/>
          </a:xfrm>
          <a:prstGeom prst="rect">
            <a:avLst/>
          </a:prstGeom>
        </p:spPr>
      </p:pic>
      <p:sp>
        <p:nvSpPr>
          <p:cNvPr id="16" name="Title 1"/>
          <p:cNvSpPr>
            <a:spLocks noGrp="1"/>
          </p:cNvSpPr>
          <p:nvPr>
            <p:ph type="ctrTitle" hasCustomPrompt="1"/>
          </p:nvPr>
        </p:nvSpPr>
        <p:spPr>
          <a:xfrm>
            <a:off x="780890" y="1371684"/>
            <a:ext cx="7582223" cy="1631422"/>
          </a:xfrm>
        </p:spPr>
        <p:txBody>
          <a:bodyPr anchor="b"/>
          <a:lstStyle>
            <a:lvl1pPr algn="ctr">
              <a:lnSpc>
                <a:spcPct val="80000"/>
              </a:lnSpc>
              <a:defRPr lang="en-US" sz="6000" i="0" u="none" kern="1200" cap="all" spc="-100" baseline="0" dirty="0">
                <a:solidFill>
                  <a:srgbClr val="FFFFFF"/>
                </a:solidFill>
                <a:latin typeface="Arial Black"/>
                <a:ea typeface="+mj-ea"/>
                <a:cs typeface="Arial Black"/>
              </a:defRPr>
            </a:lvl1pPr>
          </a:lstStyle>
          <a:p>
            <a:r>
              <a:rPr lang="it-IT"/>
              <a:t>SECTION </a:t>
            </a:r>
            <a:br>
              <a:rPr lang="it-IT"/>
            </a:br>
            <a:r>
              <a:rPr lang="it-IT"/>
              <a:t>SLIDE</a:t>
            </a:r>
            <a:endParaRPr lang="en-US"/>
          </a:p>
        </p:txBody>
      </p:sp>
      <p:pic>
        <p:nvPicPr>
          <p:cNvPr id="8" name="Bild 5" descr="runningman.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45308" y="4807869"/>
            <a:ext cx="217532" cy="217532"/>
          </a:xfrm>
          <a:prstGeom prst="rect">
            <a:avLst/>
          </a:prstGeom>
        </p:spPr>
      </p:pic>
    </p:spTree>
    <p:extLst>
      <p:ext uri="{BB962C8B-B14F-4D97-AF65-F5344CB8AC3E}">
        <p14:creationId xmlns:p14="http://schemas.microsoft.com/office/powerpoint/2010/main" val="1033678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tatement Cover Opt 1">
    <p:spTree>
      <p:nvGrpSpPr>
        <p:cNvPr id="1" name=""/>
        <p:cNvGrpSpPr/>
        <p:nvPr/>
      </p:nvGrpSpPr>
      <p:grpSpPr>
        <a:xfrm>
          <a:off x="0" y="0"/>
          <a:ext cx="0" cy="0"/>
          <a:chOff x="0" y="0"/>
          <a:chExt cx="0" cy="0"/>
        </a:xfrm>
      </p:grpSpPr>
      <p:pic>
        <p:nvPicPr>
          <p:cNvPr id="7" name="Immagine 6" descr="Reply Green 0.png"/>
          <p:cNvPicPr>
            <a:picLocks/>
          </p:cNvPicPr>
          <p:nvPr userDrawn="1"/>
        </p:nvPicPr>
        <p:blipFill rotWithShape="1">
          <a:blip r:embed="rId2">
            <a:extLst>
              <a:ext uri="{28A0092B-C50C-407E-A947-70E740481C1C}">
                <a14:useLocalDpi xmlns:a14="http://schemas.microsoft.com/office/drawing/2010/main" val="0"/>
              </a:ext>
            </a:extLst>
          </a:blip>
          <a:srcRect t="-57" b="58"/>
          <a:stretch/>
        </p:blipFill>
        <p:spPr>
          <a:xfrm>
            <a:off x="-1" y="-11760"/>
            <a:ext cx="9180513" cy="5184000"/>
          </a:xfrm>
          <a:prstGeom prst="rect">
            <a:avLst/>
          </a:prstGeom>
        </p:spPr>
      </p:pic>
      <p:sp>
        <p:nvSpPr>
          <p:cNvPr id="16" name="Title 1"/>
          <p:cNvSpPr>
            <a:spLocks noGrp="1"/>
          </p:cNvSpPr>
          <p:nvPr>
            <p:ph type="ctrTitle" hasCustomPrompt="1"/>
          </p:nvPr>
        </p:nvSpPr>
        <p:spPr>
          <a:xfrm>
            <a:off x="780890" y="1371684"/>
            <a:ext cx="7582223" cy="1631422"/>
          </a:xfrm>
        </p:spPr>
        <p:txBody>
          <a:bodyPr anchor="t"/>
          <a:lstStyle>
            <a:lvl1pPr algn="ctr">
              <a:lnSpc>
                <a:spcPct val="80000"/>
              </a:lnSpc>
              <a:defRPr lang="en-US" sz="5400" i="0" u="none" kern="1200" cap="all" spc="-100" baseline="0" dirty="0">
                <a:solidFill>
                  <a:schemeClr val="tx1"/>
                </a:solidFill>
                <a:latin typeface="Arial Black"/>
                <a:ea typeface="+mj-ea"/>
                <a:cs typeface="Arial Black"/>
              </a:defRPr>
            </a:lvl1pPr>
          </a:lstStyle>
          <a:p>
            <a:r>
              <a:rPr lang="de-DE"/>
              <a:t>STATEMENT </a:t>
            </a:r>
            <a:br>
              <a:rPr lang="de-DE"/>
            </a:br>
            <a:r>
              <a:rPr lang="de-DE"/>
              <a:t>CHART FOR IMPORTANT </a:t>
            </a:r>
            <a:br>
              <a:rPr lang="de-DE"/>
            </a:br>
            <a:r>
              <a:rPr lang="de-DE"/>
              <a:t>POINTS</a:t>
            </a:r>
            <a:endParaRPr lang="en-US"/>
          </a:p>
        </p:txBody>
      </p:sp>
      <p:pic>
        <p:nvPicPr>
          <p:cNvPr id="8" name="Bild 5" descr="runningman.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45308" y="4807869"/>
            <a:ext cx="217532" cy="217532"/>
          </a:xfrm>
          <a:prstGeom prst="rect">
            <a:avLst/>
          </a:prstGeom>
        </p:spPr>
      </p:pic>
    </p:spTree>
    <p:extLst>
      <p:ext uri="{BB962C8B-B14F-4D97-AF65-F5344CB8AC3E}">
        <p14:creationId xmlns:p14="http://schemas.microsoft.com/office/powerpoint/2010/main" val="3292541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4" name="Subtitle 2"/>
          <p:cNvSpPr>
            <a:spLocks noGrp="1"/>
          </p:cNvSpPr>
          <p:nvPr>
            <p:ph type="subTitle" idx="1" hasCustomPrompt="1"/>
          </p:nvPr>
        </p:nvSpPr>
        <p:spPr>
          <a:xfrm>
            <a:off x="780890" y="3823822"/>
            <a:ext cx="7582223" cy="328820"/>
          </a:xfrm>
        </p:spPr>
        <p:txBody>
          <a:bodyPr lIns="0" bIns="0" anchor="t">
            <a:noAutofit/>
          </a:bodyPr>
          <a:lstStyle>
            <a:lvl1pPr marL="0" indent="0" algn="ctr">
              <a:buNone/>
              <a:defRPr sz="2400" b="0" cap="none" baseline="0">
                <a:solidFill>
                  <a:schemeClr val="tx1"/>
                </a:solidFill>
                <a:latin typeface="+mj-lt"/>
                <a:cs typeface="Arial Black" panose="020B0A04020102020204" pitchFamily="34" charset="0"/>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it-IT"/>
              <a:t>INSERT YOUR SUBTITLE HERE</a:t>
            </a:r>
            <a:endParaRPr lang="en-US"/>
          </a:p>
        </p:txBody>
      </p:sp>
      <p:sp>
        <p:nvSpPr>
          <p:cNvPr id="5" name="Title 1"/>
          <p:cNvSpPr>
            <a:spLocks noGrp="1"/>
          </p:cNvSpPr>
          <p:nvPr>
            <p:ph type="ctrTitle" hasCustomPrompt="1"/>
          </p:nvPr>
        </p:nvSpPr>
        <p:spPr>
          <a:xfrm>
            <a:off x="780890" y="1937802"/>
            <a:ext cx="7582223" cy="1267896"/>
          </a:xfrm>
        </p:spPr>
        <p:txBody>
          <a:bodyPr anchor="ctr"/>
          <a:lstStyle>
            <a:lvl1pPr algn="ctr">
              <a:lnSpc>
                <a:spcPct val="100000"/>
              </a:lnSpc>
              <a:defRPr lang="en-US" sz="5400" i="0" u="none" kern="1200" cap="all" spc="-100" baseline="0" dirty="0">
                <a:solidFill>
                  <a:schemeClr val="tx1"/>
                </a:solidFill>
                <a:latin typeface="Arial Black"/>
                <a:ea typeface="+mj-ea"/>
                <a:cs typeface="Arial Black"/>
              </a:defRPr>
            </a:lvl1pPr>
          </a:lstStyle>
          <a:p>
            <a:r>
              <a:rPr lang="it-IT" err="1"/>
              <a:t>Insert</a:t>
            </a:r>
            <a:r>
              <a:rPr lang="it-IT"/>
              <a:t> </a:t>
            </a:r>
            <a:r>
              <a:rPr lang="it-IT" err="1"/>
              <a:t>your</a:t>
            </a:r>
            <a:r>
              <a:rPr lang="it-IT"/>
              <a:t> TEXT </a:t>
            </a:r>
            <a:r>
              <a:rPr lang="it-IT" err="1"/>
              <a:t>here</a:t>
            </a:r>
            <a:endParaRPr lang="en-US"/>
          </a:p>
        </p:txBody>
      </p:sp>
      <p:pic>
        <p:nvPicPr>
          <p:cNvPr id="7" name="Bild 5" descr="runningman.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5308" y="4807869"/>
            <a:ext cx="217532" cy="217532"/>
          </a:xfrm>
          <a:prstGeom prst="rect">
            <a:avLst/>
          </a:prstGeom>
        </p:spPr>
      </p:pic>
    </p:spTree>
    <p:extLst>
      <p:ext uri="{BB962C8B-B14F-4D97-AF65-F5344CB8AC3E}">
        <p14:creationId xmlns:p14="http://schemas.microsoft.com/office/powerpoint/2010/main" val="732481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tement with Background IMG">
    <p:spTree>
      <p:nvGrpSpPr>
        <p:cNvPr id="1" name=""/>
        <p:cNvGrpSpPr/>
        <p:nvPr/>
      </p:nvGrpSpPr>
      <p:grpSpPr>
        <a:xfrm>
          <a:off x="0" y="0"/>
          <a:ext cx="0" cy="0"/>
          <a:chOff x="0" y="0"/>
          <a:chExt cx="0" cy="0"/>
        </a:xfrm>
      </p:grpSpPr>
      <p:pic>
        <p:nvPicPr>
          <p:cNvPr id="6" name="Bild 9"/>
          <p:cNvPicPr>
            <a:picLocks noChangeAspect="1"/>
          </p:cNvPicPr>
          <p:nvPr userDrawn="1"/>
        </p:nvPicPr>
        <p:blipFill rotWithShape="1">
          <a:blip r:embed="rId2"/>
          <a:srcRect t="-114" b="24638"/>
          <a:stretch/>
        </p:blipFill>
        <p:spPr>
          <a:xfrm>
            <a:off x="0" y="-7749"/>
            <a:ext cx="9144000" cy="5174110"/>
          </a:xfrm>
          <a:prstGeom prst="rect">
            <a:avLst/>
          </a:prstGeom>
        </p:spPr>
      </p:pic>
      <p:sp>
        <p:nvSpPr>
          <p:cNvPr id="8" name="Rechteck 6"/>
          <p:cNvSpPr/>
          <p:nvPr userDrawn="1"/>
        </p:nvSpPr>
        <p:spPr>
          <a:xfrm>
            <a:off x="0" y="1"/>
            <a:ext cx="9144000" cy="5166360"/>
          </a:xfrm>
          <a:prstGeom prst="rect">
            <a:avLst/>
          </a:prstGeom>
          <a:solidFill>
            <a:schemeClr val="bg1">
              <a:alpha val="50196"/>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0"/>
          </a:p>
        </p:txBody>
      </p:sp>
      <p:sp>
        <p:nvSpPr>
          <p:cNvPr id="4" name="Subtitle 2"/>
          <p:cNvSpPr>
            <a:spLocks noGrp="1"/>
          </p:cNvSpPr>
          <p:nvPr>
            <p:ph type="subTitle" idx="1" hasCustomPrompt="1"/>
          </p:nvPr>
        </p:nvSpPr>
        <p:spPr>
          <a:xfrm>
            <a:off x="780890" y="3823822"/>
            <a:ext cx="7582223" cy="328820"/>
          </a:xfrm>
        </p:spPr>
        <p:txBody>
          <a:bodyPr lIns="0" bIns="0" anchor="t">
            <a:noAutofit/>
          </a:bodyPr>
          <a:lstStyle>
            <a:lvl1pPr marL="0" indent="0" algn="ctr">
              <a:buNone/>
              <a:defRPr sz="2400" b="0" cap="none" baseline="0">
                <a:solidFill>
                  <a:schemeClr val="tx1"/>
                </a:solidFill>
                <a:latin typeface="+mj-lt"/>
                <a:cs typeface="Arial Black" panose="020B0A04020102020204" pitchFamily="34" charset="0"/>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it-IT"/>
              <a:t>INSERT YOUR SUBTITLE HERE</a:t>
            </a:r>
            <a:endParaRPr lang="en-US"/>
          </a:p>
        </p:txBody>
      </p:sp>
      <p:sp>
        <p:nvSpPr>
          <p:cNvPr id="5" name="Title 1"/>
          <p:cNvSpPr>
            <a:spLocks noGrp="1"/>
          </p:cNvSpPr>
          <p:nvPr>
            <p:ph type="ctrTitle" hasCustomPrompt="1"/>
          </p:nvPr>
        </p:nvSpPr>
        <p:spPr>
          <a:xfrm>
            <a:off x="780890" y="1937802"/>
            <a:ext cx="7582223" cy="1267896"/>
          </a:xfrm>
        </p:spPr>
        <p:txBody>
          <a:bodyPr anchor="ctr"/>
          <a:lstStyle>
            <a:lvl1pPr algn="ctr">
              <a:lnSpc>
                <a:spcPct val="100000"/>
              </a:lnSpc>
              <a:defRPr lang="en-US" sz="5400" i="0" u="none" kern="1200" cap="all" spc="-100" baseline="0" dirty="0">
                <a:solidFill>
                  <a:schemeClr val="tx1"/>
                </a:solidFill>
                <a:latin typeface="Arial Black"/>
                <a:ea typeface="+mj-ea"/>
                <a:cs typeface="Arial Black"/>
              </a:defRPr>
            </a:lvl1pPr>
          </a:lstStyle>
          <a:p>
            <a:r>
              <a:rPr lang="it-IT" err="1"/>
              <a:t>Insert</a:t>
            </a:r>
            <a:r>
              <a:rPr lang="it-IT"/>
              <a:t> </a:t>
            </a:r>
            <a:r>
              <a:rPr lang="it-IT" err="1"/>
              <a:t>your</a:t>
            </a:r>
            <a:r>
              <a:rPr lang="it-IT"/>
              <a:t> TEXT </a:t>
            </a:r>
            <a:r>
              <a:rPr lang="it-IT" err="1"/>
              <a:t>here</a:t>
            </a:r>
            <a:endParaRPr lang="en-US"/>
          </a:p>
        </p:txBody>
      </p:sp>
      <p:pic>
        <p:nvPicPr>
          <p:cNvPr id="7" name="Bild 5" descr="runningman.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45308" y="4807869"/>
            <a:ext cx="217532" cy="217532"/>
          </a:xfrm>
          <a:prstGeom prst="rect">
            <a:avLst/>
          </a:prstGeom>
        </p:spPr>
      </p:pic>
    </p:spTree>
    <p:extLst>
      <p:ext uri="{BB962C8B-B14F-4D97-AF65-F5344CB8AC3E}">
        <p14:creationId xmlns:p14="http://schemas.microsoft.com/office/powerpoint/2010/main" val="1542854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ullscreen image + TEXT">
    <p:spTree>
      <p:nvGrpSpPr>
        <p:cNvPr id="1" name=""/>
        <p:cNvGrpSpPr/>
        <p:nvPr/>
      </p:nvGrpSpPr>
      <p:grpSpPr>
        <a:xfrm>
          <a:off x="0" y="0"/>
          <a:ext cx="0" cy="0"/>
          <a:chOff x="0" y="0"/>
          <a:chExt cx="0" cy="0"/>
        </a:xfrm>
      </p:grpSpPr>
      <p:pic>
        <p:nvPicPr>
          <p:cNvPr id="9" name="Grafik 11"/>
          <p:cNvPicPr>
            <a:picLocks noChangeAspect="1"/>
          </p:cNvPicPr>
          <p:nvPr userDrawn="1"/>
        </p:nvPicPr>
        <p:blipFill rotWithShape="1">
          <a:blip r:embed="rId2"/>
          <a:srcRect t="-1" r="11734" b="25474"/>
          <a:stretch/>
        </p:blipFill>
        <p:spPr>
          <a:xfrm>
            <a:off x="-1" y="0"/>
            <a:ext cx="9144000" cy="5135526"/>
          </a:xfrm>
          <a:custGeom>
            <a:avLst/>
            <a:gdLst>
              <a:gd name="connsiteX0" fmla="*/ 0 w 9144000"/>
              <a:gd name="connsiteY0" fmla="*/ 0 h 6858000"/>
              <a:gd name="connsiteX1" fmla="*/ 9144000 w 9144000"/>
              <a:gd name="connsiteY1" fmla="*/ 0 h 6858000"/>
              <a:gd name="connsiteX2" fmla="*/ 9144000 w 9144000"/>
              <a:gd name="connsiteY2" fmla="*/ 6858000 h 6858000"/>
              <a:gd name="connsiteX3" fmla="*/ 0 w 9144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144000" h="6858000">
                <a:moveTo>
                  <a:pt x="0" y="0"/>
                </a:moveTo>
                <a:lnTo>
                  <a:pt x="9144000" y="0"/>
                </a:lnTo>
                <a:lnTo>
                  <a:pt x="9144000" y="6858000"/>
                </a:lnTo>
                <a:lnTo>
                  <a:pt x="0" y="6858000"/>
                </a:lnTo>
                <a:close/>
              </a:path>
            </a:pathLst>
          </a:custGeom>
        </p:spPr>
      </p:pic>
      <p:sp>
        <p:nvSpPr>
          <p:cNvPr id="10" name="Rechteck 6"/>
          <p:cNvSpPr/>
          <p:nvPr userDrawn="1"/>
        </p:nvSpPr>
        <p:spPr>
          <a:xfrm>
            <a:off x="0" y="2"/>
            <a:ext cx="9144000" cy="5143499"/>
          </a:xfrm>
          <a:prstGeom prst="rect">
            <a:avLst/>
          </a:prstGeom>
          <a:solidFill>
            <a:schemeClr val="bg1">
              <a:alpha val="50196"/>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0"/>
          </a:p>
        </p:txBody>
      </p:sp>
      <p:sp>
        <p:nvSpPr>
          <p:cNvPr id="4" name="Subtitle 2"/>
          <p:cNvSpPr>
            <a:spLocks noGrp="1"/>
          </p:cNvSpPr>
          <p:nvPr>
            <p:ph type="subTitle" idx="1" hasCustomPrompt="1"/>
          </p:nvPr>
        </p:nvSpPr>
        <p:spPr>
          <a:xfrm>
            <a:off x="780890" y="3823822"/>
            <a:ext cx="7582223" cy="328820"/>
          </a:xfrm>
        </p:spPr>
        <p:txBody>
          <a:bodyPr lIns="0" bIns="0" anchor="t">
            <a:noAutofit/>
          </a:bodyPr>
          <a:lstStyle>
            <a:lvl1pPr marL="0" indent="0" algn="ctr">
              <a:buNone/>
              <a:defRPr sz="2400" b="0" cap="none" baseline="0">
                <a:solidFill>
                  <a:schemeClr val="tx1"/>
                </a:solidFill>
                <a:latin typeface="+mj-lt"/>
                <a:cs typeface="Arial Black" panose="020B0A04020102020204" pitchFamily="34" charset="0"/>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it-IT"/>
              <a:t>INSERT YOUR SUBTITLE HERE</a:t>
            </a:r>
            <a:endParaRPr lang="en-US"/>
          </a:p>
        </p:txBody>
      </p:sp>
      <p:sp>
        <p:nvSpPr>
          <p:cNvPr id="5" name="Title 1"/>
          <p:cNvSpPr>
            <a:spLocks noGrp="1"/>
          </p:cNvSpPr>
          <p:nvPr>
            <p:ph type="ctrTitle" hasCustomPrompt="1"/>
          </p:nvPr>
        </p:nvSpPr>
        <p:spPr>
          <a:xfrm>
            <a:off x="780890" y="1937802"/>
            <a:ext cx="7582223" cy="1267896"/>
          </a:xfrm>
        </p:spPr>
        <p:txBody>
          <a:bodyPr anchor="ctr"/>
          <a:lstStyle>
            <a:lvl1pPr algn="ctr">
              <a:lnSpc>
                <a:spcPct val="100000"/>
              </a:lnSpc>
              <a:defRPr lang="en-US" sz="6000" i="0" u="none" kern="1200" cap="all" spc="-100" baseline="0" dirty="0">
                <a:solidFill>
                  <a:schemeClr val="tx1"/>
                </a:solidFill>
                <a:latin typeface="Arial Black"/>
                <a:ea typeface="+mj-ea"/>
                <a:cs typeface="Arial Black"/>
              </a:defRPr>
            </a:lvl1pPr>
          </a:lstStyle>
          <a:p>
            <a:r>
              <a:rPr lang="it-IT" err="1"/>
              <a:t>Insert</a:t>
            </a:r>
            <a:r>
              <a:rPr lang="it-IT"/>
              <a:t> </a:t>
            </a:r>
            <a:r>
              <a:rPr lang="it-IT" err="1"/>
              <a:t>your</a:t>
            </a:r>
            <a:r>
              <a:rPr lang="it-IT"/>
              <a:t> TEXT </a:t>
            </a:r>
            <a:r>
              <a:rPr lang="it-IT" err="1"/>
              <a:t>here</a:t>
            </a:r>
            <a:endParaRPr lang="en-US"/>
          </a:p>
        </p:txBody>
      </p:sp>
      <p:pic>
        <p:nvPicPr>
          <p:cNvPr id="7" name="Bild 5" descr="runningman.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45308" y="4807869"/>
            <a:ext cx="217532" cy="217532"/>
          </a:xfrm>
          <a:prstGeom prst="rect">
            <a:avLst/>
          </a:prstGeom>
        </p:spPr>
      </p:pic>
    </p:spTree>
    <p:extLst>
      <p:ext uri="{BB962C8B-B14F-4D97-AF65-F5344CB8AC3E}">
        <p14:creationId xmlns:p14="http://schemas.microsoft.com/office/powerpoint/2010/main" val="12535157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73853" y="408192"/>
            <a:ext cx="7968163" cy="266461"/>
          </a:xfrm>
        </p:spPr>
        <p:txBody>
          <a:bodyPr vert="horz" lIns="0" tIns="0" rIns="0" bIns="0" rtlCol="0" anchor="t" anchorCtr="0">
            <a:noAutofit/>
          </a:bodyPr>
          <a:lstStyle>
            <a:lvl1pPr>
              <a:defRPr lang="en-US" cap="all" baseline="0" dirty="0">
                <a:cs typeface="Arial" panose="020B0604020202020204" pitchFamily="34" charset="0"/>
              </a:defRPr>
            </a:lvl1pPr>
          </a:lstStyle>
          <a:p>
            <a:pPr lvl="0"/>
            <a:r>
              <a:rPr lang="it-IT"/>
              <a:t>INSERT YOUR TITLE HERE</a:t>
            </a:r>
            <a:endParaRPr lang="en-US"/>
          </a:p>
        </p:txBody>
      </p:sp>
      <p:pic>
        <p:nvPicPr>
          <p:cNvPr id="8" name="Bild 5" descr="runningman.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5308" y="4807869"/>
            <a:ext cx="217532" cy="217532"/>
          </a:xfrm>
          <a:prstGeom prst="rect">
            <a:avLst/>
          </a:prstGeom>
        </p:spPr>
      </p:pic>
      <p:sp>
        <p:nvSpPr>
          <p:cNvPr id="5" name="Subtitle 2"/>
          <p:cNvSpPr>
            <a:spLocks noGrp="1"/>
          </p:cNvSpPr>
          <p:nvPr>
            <p:ph type="subTitle" idx="1" hasCustomPrompt="1"/>
          </p:nvPr>
        </p:nvSpPr>
        <p:spPr>
          <a:xfrm>
            <a:off x="573853" y="753751"/>
            <a:ext cx="7968163" cy="328820"/>
          </a:xfrm>
        </p:spPr>
        <p:txBody>
          <a:bodyPr lIns="0" bIns="0" anchor="ctr">
            <a:noAutofit/>
          </a:bodyPr>
          <a:lstStyle>
            <a:lvl1pPr marL="0" indent="0" algn="ctr">
              <a:buNone/>
              <a:defRPr sz="1600" b="0" cap="all">
                <a:solidFill>
                  <a:schemeClr val="tx1"/>
                </a:solidFill>
                <a:latin typeface="Arial Black" panose="020B0A04020102020204" pitchFamily="34" charset="0"/>
                <a:cs typeface="Arial Black" panose="020B0A04020102020204" pitchFamily="34" charset="0"/>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it-IT" err="1"/>
              <a:t>Insert</a:t>
            </a:r>
            <a:r>
              <a:rPr lang="it-IT"/>
              <a:t> </a:t>
            </a:r>
            <a:r>
              <a:rPr lang="it-IT" err="1"/>
              <a:t>your</a:t>
            </a:r>
            <a:r>
              <a:rPr lang="it-IT"/>
              <a:t> </a:t>
            </a:r>
            <a:r>
              <a:rPr lang="it-IT" err="1"/>
              <a:t>subtitle</a:t>
            </a:r>
            <a:r>
              <a:rPr lang="it-IT"/>
              <a:t> </a:t>
            </a:r>
            <a:r>
              <a:rPr lang="it-IT" err="1"/>
              <a:t>here</a:t>
            </a:r>
            <a:endParaRPr lang="en-US"/>
          </a:p>
        </p:txBody>
      </p:sp>
    </p:spTree>
    <p:extLst>
      <p:ext uri="{BB962C8B-B14F-4D97-AF65-F5344CB8AC3E}">
        <p14:creationId xmlns:p14="http://schemas.microsoft.com/office/powerpoint/2010/main" val="3200375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3853" y="408192"/>
            <a:ext cx="7968163" cy="266461"/>
          </a:xfrm>
        </p:spPr>
        <p:txBody>
          <a:bodyPr tIns="0" rIns="0" anchor="t" anchorCtr="0"/>
          <a:lstStyle>
            <a:lvl1pPr>
              <a:defRPr sz="3200" cap="all" baseline="0">
                <a:latin typeface="Arial Black" panose="020B0A04020102020204" pitchFamily="34" charset="0"/>
                <a:cs typeface="Arial" panose="020B0604020202020204" pitchFamily="34" charset="0"/>
              </a:defRPr>
            </a:lvl1pPr>
          </a:lstStyle>
          <a:p>
            <a:r>
              <a:rPr lang="it-IT"/>
              <a:t>INSERT YOUR TITLE HERE</a:t>
            </a:r>
            <a:endParaRPr lang="en-US"/>
          </a:p>
        </p:txBody>
      </p:sp>
      <p:sp>
        <p:nvSpPr>
          <p:cNvPr id="15" name="Segnaposto testo 14"/>
          <p:cNvSpPr>
            <a:spLocks noGrp="1"/>
          </p:cNvSpPr>
          <p:nvPr>
            <p:ph type="body" sz="quarter" idx="10" hasCustomPrompt="1"/>
          </p:nvPr>
        </p:nvSpPr>
        <p:spPr>
          <a:xfrm>
            <a:off x="573853" y="1401951"/>
            <a:ext cx="7968163" cy="3041814"/>
          </a:xfrm>
        </p:spPr>
        <p:txBody>
          <a:bodyPr lIns="0" bIns="0"/>
          <a:lstStyle>
            <a:lvl1pPr>
              <a:lnSpc>
                <a:spcPct val="100000"/>
              </a:lnSpc>
              <a:defRPr/>
            </a:lvl1pPr>
            <a:lvl2pPr>
              <a:lnSpc>
                <a:spcPct val="100000"/>
              </a:lnSpc>
              <a:defRPr>
                <a:solidFill>
                  <a:schemeClr val="tx2"/>
                </a:solidFill>
              </a:defRPr>
            </a:lvl2pPr>
            <a:lvl3pPr>
              <a:defRPr>
                <a:solidFill>
                  <a:schemeClr val="tx2"/>
                </a:solidFill>
              </a:defRPr>
            </a:lvl3pPr>
            <a:lvl4pPr>
              <a:buClr>
                <a:schemeClr val="tx2"/>
              </a:buClr>
              <a:defRPr/>
            </a:lvl4pPr>
            <a:lvl6pPr>
              <a:defRPr sz="1700"/>
            </a:lvl6pPr>
            <a:lvl7pPr marL="179996" indent="-179996">
              <a:buClr>
                <a:schemeClr val="tx2"/>
              </a:buClr>
              <a:buAutoNum type="arabicPeriod"/>
              <a:defRPr lang="it-IT" sz="1800" kern="1200" baseline="0" dirty="0" smtClean="0">
                <a:solidFill>
                  <a:schemeClr val="tx1"/>
                </a:solidFill>
                <a:latin typeface="Arial" panose="020B0604020202020204" pitchFamily="34" charset="0"/>
                <a:ea typeface="+mn-ea"/>
                <a:cs typeface="Arial" panose="020B0604020202020204" pitchFamily="34" charset="0"/>
              </a:defRPr>
            </a:lvl7pPr>
            <a:lvl8pPr>
              <a:buAutoNum type="arabicPeriod"/>
              <a:defRPr/>
            </a:lvl8pPr>
            <a:lvl9pPr>
              <a:defRPr sz="1700"/>
            </a:lvl9pPr>
          </a:lstStyle>
          <a:p>
            <a:pPr lvl="0"/>
            <a:r>
              <a:rPr lang="it-IT"/>
              <a:t>Basic text</a:t>
            </a:r>
          </a:p>
          <a:p>
            <a:pPr lvl="1"/>
            <a:r>
              <a:rPr lang="it-IT"/>
              <a:t>Text in CAPITAL </a:t>
            </a:r>
            <a:r>
              <a:rPr lang="it-IT" err="1"/>
              <a:t>LeTTERS</a:t>
            </a:r>
            <a:endParaRPr lang="it-IT"/>
          </a:p>
          <a:p>
            <a:pPr lvl="3"/>
            <a:r>
              <a:rPr lang="it-IT"/>
              <a:t>First </a:t>
            </a:r>
            <a:r>
              <a:rPr lang="it-IT" err="1"/>
              <a:t>bullet</a:t>
            </a:r>
            <a:r>
              <a:rPr lang="it-IT"/>
              <a:t> </a:t>
            </a:r>
            <a:r>
              <a:rPr lang="it-IT" err="1"/>
              <a:t>point</a:t>
            </a:r>
            <a:r>
              <a:rPr lang="it-IT"/>
              <a:t> text</a:t>
            </a:r>
          </a:p>
          <a:p>
            <a:pPr lvl="4"/>
            <a:r>
              <a:rPr lang="it-IT"/>
              <a:t>Second </a:t>
            </a:r>
            <a:r>
              <a:rPr lang="it-IT" err="1"/>
              <a:t>bullet</a:t>
            </a:r>
            <a:r>
              <a:rPr lang="it-IT"/>
              <a:t> </a:t>
            </a:r>
            <a:r>
              <a:rPr lang="it-IT" err="1"/>
              <a:t>point</a:t>
            </a:r>
            <a:r>
              <a:rPr lang="it-IT"/>
              <a:t> text</a:t>
            </a:r>
          </a:p>
          <a:p>
            <a:pPr lvl="5"/>
            <a:r>
              <a:rPr lang="it-IT"/>
              <a:t>Third </a:t>
            </a:r>
            <a:r>
              <a:rPr lang="it-IT" err="1"/>
              <a:t>bullet</a:t>
            </a:r>
            <a:r>
              <a:rPr lang="it-IT"/>
              <a:t> </a:t>
            </a:r>
            <a:r>
              <a:rPr lang="it-IT" err="1"/>
              <a:t>point</a:t>
            </a:r>
            <a:r>
              <a:rPr lang="it-IT"/>
              <a:t> text</a:t>
            </a:r>
          </a:p>
          <a:p>
            <a:pPr marL="514337" lvl="6" indent="-514337" algn="l" defTabSz="457189" rtl="0" eaLnBrk="1" latinLnBrk="0" hangingPunct="1">
              <a:lnSpc>
                <a:spcPct val="150000"/>
              </a:lnSpc>
              <a:spcBef>
                <a:spcPts val="600"/>
              </a:spcBef>
              <a:buClr>
                <a:schemeClr val="tx2"/>
              </a:buClr>
              <a:buSzPct val="130000"/>
              <a:buFont typeface="+mj-lt"/>
              <a:buAutoNum type="arabicPeriod"/>
            </a:pPr>
            <a:r>
              <a:rPr lang="it-IT"/>
              <a:t>First </a:t>
            </a:r>
            <a:r>
              <a:rPr lang="it-IT" err="1"/>
              <a:t>numbered</a:t>
            </a:r>
            <a:r>
              <a:rPr lang="it-IT"/>
              <a:t> text</a:t>
            </a:r>
          </a:p>
          <a:p>
            <a:pPr lvl="7"/>
            <a:r>
              <a:rPr lang="it-IT"/>
              <a:t>Second </a:t>
            </a:r>
            <a:r>
              <a:rPr lang="it-IT" err="1"/>
              <a:t>numbered</a:t>
            </a:r>
            <a:r>
              <a:rPr lang="it-IT"/>
              <a:t> text</a:t>
            </a:r>
          </a:p>
          <a:p>
            <a:pPr lvl="8"/>
            <a:r>
              <a:rPr lang="it-IT"/>
              <a:t>Third </a:t>
            </a:r>
            <a:r>
              <a:rPr lang="it-IT" err="1"/>
              <a:t>numbered</a:t>
            </a:r>
            <a:r>
              <a:rPr lang="it-IT"/>
              <a:t> text</a:t>
            </a:r>
            <a:endParaRPr lang="en-US"/>
          </a:p>
        </p:txBody>
      </p:sp>
      <p:pic>
        <p:nvPicPr>
          <p:cNvPr id="7" name="Bild 5" descr="runningman.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5308" y="4807869"/>
            <a:ext cx="217532" cy="217532"/>
          </a:xfrm>
          <a:prstGeom prst="rect">
            <a:avLst/>
          </a:prstGeom>
        </p:spPr>
      </p:pic>
      <p:sp>
        <p:nvSpPr>
          <p:cNvPr id="6" name="Subtitle 2"/>
          <p:cNvSpPr>
            <a:spLocks noGrp="1"/>
          </p:cNvSpPr>
          <p:nvPr>
            <p:ph type="subTitle" idx="1" hasCustomPrompt="1"/>
          </p:nvPr>
        </p:nvSpPr>
        <p:spPr>
          <a:xfrm>
            <a:off x="573853" y="753751"/>
            <a:ext cx="7968163" cy="328820"/>
          </a:xfrm>
        </p:spPr>
        <p:txBody>
          <a:bodyPr lIns="0" bIns="0" anchor="ctr">
            <a:noAutofit/>
          </a:bodyPr>
          <a:lstStyle>
            <a:lvl1pPr marL="0" indent="0" algn="ctr">
              <a:buNone/>
              <a:defRPr sz="1600" b="0" cap="all">
                <a:solidFill>
                  <a:schemeClr val="tx1"/>
                </a:solidFill>
                <a:latin typeface="Arial Black" panose="020B0A04020102020204" pitchFamily="34" charset="0"/>
                <a:cs typeface="Arial Black" panose="020B0A04020102020204" pitchFamily="34" charset="0"/>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it-IT" err="1"/>
              <a:t>Insert</a:t>
            </a:r>
            <a:r>
              <a:rPr lang="it-IT"/>
              <a:t> </a:t>
            </a:r>
            <a:r>
              <a:rPr lang="it-IT" err="1"/>
              <a:t>your</a:t>
            </a:r>
            <a:r>
              <a:rPr lang="it-IT"/>
              <a:t> </a:t>
            </a:r>
            <a:r>
              <a:rPr lang="it-IT" err="1"/>
              <a:t>subtitle</a:t>
            </a:r>
            <a:r>
              <a:rPr lang="it-IT"/>
              <a:t> </a:t>
            </a:r>
            <a:r>
              <a:rPr lang="it-IT" err="1"/>
              <a:t>here</a:t>
            </a:r>
            <a:endParaRPr lang="en-US"/>
          </a:p>
        </p:txBody>
      </p:sp>
    </p:spTree>
    <p:extLst>
      <p:ext uri="{BB962C8B-B14F-4D97-AF65-F5344CB8AC3E}">
        <p14:creationId xmlns:p14="http://schemas.microsoft.com/office/powerpoint/2010/main" val="3486459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Two Column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573852" y="1437652"/>
            <a:ext cx="3815268" cy="3037283"/>
          </a:xfrm>
        </p:spPr>
        <p:txBody>
          <a:bodyPr/>
          <a:lstStyle>
            <a:lvl1pPr>
              <a:defRPr sz="1600"/>
            </a:lvl1pPr>
            <a:lvl2pPr>
              <a:defRPr sz="1600"/>
            </a:lvl2pPr>
            <a:lvl3pPr>
              <a:defRPr sz="1600"/>
            </a:lvl3pPr>
            <a:lvl4pPr>
              <a:defRPr sz="1600"/>
            </a:lvl4pPr>
            <a:lvl5pPr>
              <a:defRPr sz="1600"/>
            </a:lvl5pPr>
            <a:lvl6pPr>
              <a:defRPr sz="1400"/>
            </a:lvl6pPr>
            <a:lvl7pPr>
              <a:defRPr sz="1600"/>
            </a:lvl7pPr>
            <a:lvl8pPr>
              <a:defRPr sz="1600"/>
            </a:lvl8pPr>
            <a:lvl9pPr>
              <a:defRPr sz="1400"/>
            </a:lvl9pPr>
          </a:lstStyle>
          <a:p>
            <a:pPr lvl="0"/>
            <a:r>
              <a:rPr lang="it-IT"/>
              <a:t>Basic text</a:t>
            </a:r>
          </a:p>
          <a:p>
            <a:pPr lvl="1"/>
            <a:r>
              <a:rPr lang="it-IT"/>
              <a:t>Text in CAPITAL LETTERS</a:t>
            </a:r>
          </a:p>
          <a:p>
            <a:pPr lvl="2"/>
            <a:r>
              <a:rPr lang="it-IT"/>
              <a:t>Basic green text</a:t>
            </a:r>
          </a:p>
          <a:p>
            <a:pPr lvl="3"/>
            <a:r>
              <a:rPr lang="it-IT"/>
              <a:t>First </a:t>
            </a:r>
            <a:r>
              <a:rPr lang="it-IT" err="1"/>
              <a:t>bullet</a:t>
            </a:r>
            <a:r>
              <a:rPr lang="it-IT"/>
              <a:t> </a:t>
            </a:r>
            <a:r>
              <a:rPr lang="it-IT" err="1"/>
              <a:t>point</a:t>
            </a:r>
            <a:r>
              <a:rPr lang="it-IT"/>
              <a:t> text</a:t>
            </a:r>
          </a:p>
          <a:p>
            <a:pPr lvl="4"/>
            <a:r>
              <a:rPr lang="it-IT"/>
              <a:t>Second </a:t>
            </a:r>
            <a:r>
              <a:rPr lang="it-IT" err="1"/>
              <a:t>bullet</a:t>
            </a:r>
            <a:r>
              <a:rPr lang="it-IT"/>
              <a:t> </a:t>
            </a:r>
            <a:r>
              <a:rPr lang="it-IT" err="1"/>
              <a:t>point</a:t>
            </a:r>
            <a:r>
              <a:rPr lang="it-IT"/>
              <a:t> text</a:t>
            </a:r>
          </a:p>
          <a:p>
            <a:pPr lvl="5"/>
            <a:r>
              <a:rPr lang="it-IT"/>
              <a:t>Third </a:t>
            </a:r>
            <a:r>
              <a:rPr lang="it-IT" err="1"/>
              <a:t>bullet</a:t>
            </a:r>
            <a:r>
              <a:rPr lang="it-IT"/>
              <a:t> </a:t>
            </a:r>
            <a:r>
              <a:rPr lang="it-IT" err="1"/>
              <a:t>point</a:t>
            </a:r>
            <a:r>
              <a:rPr lang="it-IT"/>
              <a:t> text</a:t>
            </a:r>
          </a:p>
          <a:p>
            <a:pPr lvl="6"/>
            <a:r>
              <a:rPr lang="it-IT"/>
              <a:t>First </a:t>
            </a:r>
            <a:r>
              <a:rPr lang="it-IT" err="1"/>
              <a:t>numbered</a:t>
            </a:r>
            <a:r>
              <a:rPr lang="it-IT"/>
              <a:t> text</a:t>
            </a:r>
          </a:p>
          <a:p>
            <a:pPr lvl="7"/>
            <a:r>
              <a:rPr lang="it-IT"/>
              <a:t>Second </a:t>
            </a:r>
            <a:r>
              <a:rPr lang="it-IT" err="1"/>
              <a:t>numbered</a:t>
            </a:r>
            <a:r>
              <a:rPr lang="it-IT"/>
              <a:t> text</a:t>
            </a:r>
          </a:p>
          <a:p>
            <a:pPr lvl="8"/>
            <a:r>
              <a:rPr lang="it-IT"/>
              <a:t>Third </a:t>
            </a:r>
            <a:r>
              <a:rPr lang="it-IT" err="1"/>
              <a:t>numbered</a:t>
            </a:r>
            <a:r>
              <a:rPr lang="it-IT"/>
              <a:t> text</a:t>
            </a:r>
            <a:endParaRPr lang="en-US"/>
          </a:p>
        </p:txBody>
      </p:sp>
      <p:sp>
        <p:nvSpPr>
          <p:cNvPr id="4" name="Content Placeholder 3"/>
          <p:cNvSpPr>
            <a:spLocks noGrp="1"/>
          </p:cNvSpPr>
          <p:nvPr>
            <p:ph sz="half" idx="2" hasCustomPrompt="1"/>
          </p:nvPr>
        </p:nvSpPr>
        <p:spPr>
          <a:xfrm>
            <a:off x="4706755" y="1437652"/>
            <a:ext cx="3835261" cy="3037283"/>
          </a:xfrm>
        </p:spPr>
        <p:txBody>
          <a:bodyPr/>
          <a:lstStyle>
            <a:lvl1pPr>
              <a:defRPr sz="1600"/>
            </a:lvl1pPr>
            <a:lvl2pPr>
              <a:defRPr sz="1600"/>
            </a:lvl2pPr>
            <a:lvl3pPr>
              <a:defRPr sz="1600"/>
            </a:lvl3pPr>
            <a:lvl4pPr>
              <a:defRPr sz="1600"/>
            </a:lvl4pPr>
            <a:lvl5pPr>
              <a:defRPr sz="1600"/>
            </a:lvl5pPr>
            <a:lvl6pPr>
              <a:defRPr sz="1400"/>
            </a:lvl6pPr>
            <a:lvl7pPr>
              <a:defRPr sz="1600"/>
            </a:lvl7pPr>
            <a:lvl8pPr>
              <a:defRPr sz="1600"/>
            </a:lvl8pPr>
            <a:lvl9pPr>
              <a:defRPr sz="1400"/>
            </a:lvl9pPr>
          </a:lstStyle>
          <a:p>
            <a:pPr lvl="0"/>
            <a:r>
              <a:rPr lang="it-IT"/>
              <a:t>Basic text</a:t>
            </a:r>
          </a:p>
          <a:p>
            <a:pPr lvl="1"/>
            <a:r>
              <a:rPr lang="it-IT"/>
              <a:t>Text in CAPITAL LETTERS</a:t>
            </a:r>
          </a:p>
          <a:p>
            <a:pPr lvl="2"/>
            <a:r>
              <a:rPr lang="it-IT"/>
              <a:t>Basic green text</a:t>
            </a:r>
          </a:p>
          <a:p>
            <a:pPr lvl="3"/>
            <a:r>
              <a:rPr lang="it-IT"/>
              <a:t>First </a:t>
            </a:r>
            <a:r>
              <a:rPr lang="it-IT" err="1"/>
              <a:t>bullet</a:t>
            </a:r>
            <a:r>
              <a:rPr lang="it-IT"/>
              <a:t> </a:t>
            </a:r>
            <a:r>
              <a:rPr lang="it-IT" err="1"/>
              <a:t>point</a:t>
            </a:r>
            <a:r>
              <a:rPr lang="it-IT"/>
              <a:t> text</a:t>
            </a:r>
          </a:p>
          <a:p>
            <a:pPr lvl="4"/>
            <a:r>
              <a:rPr lang="it-IT"/>
              <a:t>Second </a:t>
            </a:r>
            <a:r>
              <a:rPr lang="it-IT" err="1"/>
              <a:t>bullet</a:t>
            </a:r>
            <a:r>
              <a:rPr lang="it-IT"/>
              <a:t> </a:t>
            </a:r>
            <a:r>
              <a:rPr lang="it-IT" err="1"/>
              <a:t>point</a:t>
            </a:r>
            <a:r>
              <a:rPr lang="it-IT"/>
              <a:t> text</a:t>
            </a:r>
          </a:p>
          <a:p>
            <a:pPr lvl="5"/>
            <a:r>
              <a:rPr lang="it-IT"/>
              <a:t>Third </a:t>
            </a:r>
            <a:r>
              <a:rPr lang="it-IT" err="1"/>
              <a:t>bullet</a:t>
            </a:r>
            <a:r>
              <a:rPr lang="it-IT"/>
              <a:t> </a:t>
            </a:r>
            <a:r>
              <a:rPr lang="it-IT" err="1"/>
              <a:t>point</a:t>
            </a:r>
            <a:r>
              <a:rPr lang="it-IT"/>
              <a:t> text</a:t>
            </a:r>
          </a:p>
          <a:p>
            <a:pPr lvl="6"/>
            <a:r>
              <a:rPr lang="it-IT"/>
              <a:t>First </a:t>
            </a:r>
            <a:r>
              <a:rPr lang="it-IT" err="1"/>
              <a:t>numbered</a:t>
            </a:r>
            <a:r>
              <a:rPr lang="it-IT"/>
              <a:t> text</a:t>
            </a:r>
          </a:p>
          <a:p>
            <a:pPr lvl="7"/>
            <a:r>
              <a:rPr lang="it-IT"/>
              <a:t>Second </a:t>
            </a:r>
            <a:r>
              <a:rPr lang="it-IT" err="1"/>
              <a:t>numbered</a:t>
            </a:r>
            <a:r>
              <a:rPr lang="it-IT"/>
              <a:t> text</a:t>
            </a:r>
          </a:p>
          <a:p>
            <a:pPr lvl="8"/>
            <a:r>
              <a:rPr lang="it-IT"/>
              <a:t>Third </a:t>
            </a:r>
            <a:r>
              <a:rPr lang="it-IT" err="1"/>
              <a:t>numbered</a:t>
            </a:r>
            <a:r>
              <a:rPr lang="it-IT"/>
              <a:t> text</a:t>
            </a:r>
            <a:endParaRPr lang="en-US"/>
          </a:p>
        </p:txBody>
      </p:sp>
      <p:sp>
        <p:nvSpPr>
          <p:cNvPr id="15" name="Title 1"/>
          <p:cNvSpPr>
            <a:spLocks noGrp="1"/>
          </p:cNvSpPr>
          <p:nvPr>
            <p:ph type="title" hasCustomPrompt="1"/>
          </p:nvPr>
        </p:nvSpPr>
        <p:spPr>
          <a:xfrm>
            <a:off x="573853" y="408192"/>
            <a:ext cx="7968163" cy="266461"/>
          </a:xfrm>
        </p:spPr>
        <p:txBody>
          <a:bodyPr vert="horz" lIns="0" tIns="0" rIns="0" bIns="0" rtlCol="0" anchor="t" anchorCtr="0">
            <a:noAutofit/>
          </a:bodyPr>
          <a:lstStyle>
            <a:lvl1pPr>
              <a:defRPr lang="en-US" cap="all" baseline="0" dirty="0">
                <a:cs typeface="Arial" panose="020B0604020202020204" pitchFamily="34" charset="0"/>
              </a:defRPr>
            </a:lvl1pPr>
          </a:lstStyle>
          <a:p>
            <a:pPr lvl="0"/>
            <a:r>
              <a:rPr lang="it-IT"/>
              <a:t>INSERT YOUR TITLE HERE</a:t>
            </a:r>
            <a:endParaRPr lang="en-US"/>
          </a:p>
        </p:txBody>
      </p:sp>
      <p:pic>
        <p:nvPicPr>
          <p:cNvPr id="8" name="Bild 5" descr="runningman.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5308" y="4807869"/>
            <a:ext cx="217532" cy="217532"/>
          </a:xfrm>
          <a:prstGeom prst="rect">
            <a:avLst/>
          </a:prstGeom>
        </p:spPr>
      </p:pic>
      <p:sp>
        <p:nvSpPr>
          <p:cNvPr id="7" name="Subtitle 2"/>
          <p:cNvSpPr>
            <a:spLocks noGrp="1"/>
          </p:cNvSpPr>
          <p:nvPr>
            <p:ph type="subTitle" idx="10" hasCustomPrompt="1"/>
          </p:nvPr>
        </p:nvSpPr>
        <p:spPr>
          <a:xfrm>
            <a:off x="573853" y="753751"/>
            <a:ext cx="7968163" cy="328820"/>
          </a:xfrm>
        </p:spPr>
        <p:txBody>
          <a:bodyPr lIns="0" bIns="0" anchor="ctr">
            <a:noAutofit/>
          </a:bodyPr>
          <a:lstStyle>
            <a:lvl1pPr marL="0" indent="0" algn="ctr">
              <a:buNone/>
              <a:defRPr sz="1600" b="0" cap="all">
                <a:solidFill>
                  <a:schemeClr val="tx1"/>
                </a:solidFill>
                <a:latin typeface="Arial Black" panose="020B0A04020102020204" pitchFamily="34" charset="0"/>
                <a:cs typeface="Arial Black" panose="020B0A04020102020204" pitchFamily="34" charset="0"/>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it-IT" err="1"/>
              <a:t>Insert</a:t>
            </a:r>
            <a:r>
              <a:rPr lang="it-IT"/>
              <a:t> </a:t>
            </a:r>
            <a:r>
              <a:rPr lang="it-IT" err="1"/>
              <a:t>your</a:t>
            </a:r>
            <a:r>
              <a:rPr lang="it-IT"/>
              <a:t> </a:t>
            </a:r>
            <a:r>
              <a:rPr lang="it-IT" err="1"/>
              <a:t>subtitle</a:t>
            </a:r>
            <a:r>
              <a:rPr lang="it-IT"/>
              <a:t> </a:t>
            </a:r>
            <a:r>
              <a:rPr lang="it-IT" err="1"/>
              <a:t>here</a:t>
            </a:r>
            <a:endParaRPr lang="en-US"/>
          </a:p>
        </p:txBody>
      </p:sp>
    </p:spTree>
    <p:extLst>
      <p:ext uri="{BB962C8B-B14F-4D97-AF65-F5344CB8AC3E}">
        <p14:creationId xmlns:p14="http://schemas.microsoft.com/office/powerpoint/2010/main" val="637567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INGLE Image on Black Background">
    <p:spTree>
      <p:nvGrpSpPr>
        <p:cNvPr id="1" name=""/>
        <p:cNvGrpSpPr/>
        <p:nvPr/>
      </p:nvGrpSpPr>
      <p:grpSpPr>
        <a:xfrm>
          <a:off x="0" y="0"/>
          <a:ext cx="0" cy="0"/>
          <a:chOff x="0" y="0"/>
          <a:chExt cx="0" cy="0"/>
        </a:xfrm>
      </p:grpSpPr>
      <p:sp>
        <p:nvSpPr>
          <p:cNvPr id="13" name="Rettangolo 6"/>
          <p:cNvSpPr/>
          <p:nvPr userDrawn="1"/>
        </p:nvSpPr>
        <p:spPr>
          <a:xfrm>
            <a:off x="0" y="1"/>
            <a:ext cx="9144000" cy="12491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sz="1800"/>
          </a:p>
        </p:txBody>
      </p:sp>
      <p:sp>
        <p:nvSpPr>
          <p:cNvPr id="15" name="Title 1"/>
          <p:cNvSpPr>
            <a:spLocks noGrp="1"/>
          </p:cNvSpPr>
          <p:nvPr>
            <p:ph type="title" hasCustomPrompt="1"/>
          </p:nvPr>
        </p:nvSpPr>
        <p:spPr>
          <a:xfrm>
            <a:off x="573853" y="408192"/>
            <a:ext cx="7968163" cy="266461"/>
          </a:xfrm>
        </p:spPr>
        <p:txBody>
          <a:bodyPr vert="horz" lIns="0" tIns="0" rIns="0" bIns="0" rtlCol="0" anchor="t" anchorCtr="0">
            <a:noAutofit/>
          </a:bodyPr>
          <a:lstStyle>
            <a:lvl1pPr>
              <a:defRPr lang="en-US" cap="all" baseline="0" dirty="0">
                <a:cs typeface="Arial" panose="020B0604020202020204" pitchFamily="34" charset="0"/>
              </a:defRPr>
            </a:lvl1pPr>
          </a:lstStyle>
          <a:p>
            <a:pPr lvl="0"/>
            <a:r>
              <a:rPr lang="it-IT"/>
              <a:t>INSERT YOUR TITLE HERE</a:t>
            </a:r>
            <a:endParaRPr lang="en-US"/>
          </a:p>
        </p:txBody>
      </p:sp>
      <p:sp>
        <p:nvSpPr>
          <p:cNvPr id="12" name="Segnaposto immagine 5"/>
          <p:cNvSpPr>
            <a:spLocks noGrp="1"/>
          </p:cNvSpPr>
          <p:nvPr>
            <p:ph type="pic" sz="quarter" idx="11"/>
          </p:nvPr>
        </p:nvSpPr>
        <p:spPr>
          <a:xfrm>
            <a:off x="0" y="1250542"/>
            <a:ext cx="9144000" cy="2629091"/>
          </a:xfrm>
        </p:spPr>
        <p:txBody>
          <a:bodyPr/>
          <a:lstStyle/>
          <a:p>
            <a:r>
              <a:rPr lang="en-US"/>
              <a:t>Click icon to add picture</a:t>
            </a:r>
            <a:endParaRPr lang="it-IT"/>
          </a:p>
        </p:txBody>
      </p:sp>
      <p:pic>
        <p:nvPicPr>
          <p:cNvPr id="8" name="Bild 5" descr="runningman.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5308" y="4807869"/>
            <a:ext cx="217532" cy="217532"/>
          </a:xfrm>
          <a:prstGeom prst="rect">
            <a:avLst/>
          </a:prstGeom>
        </p:spPr>
      </p:pic>
      <p:sp>
        <p:nvSpPr>
          <p:cNvPr id="7" name="Subtitle 2"/>
          <p:cNvSpPr>
            <a:spLocks noGrp="1"/>
          </p:cNvSpPr>
          <p:nvPr>
            <p:ph type="subTitle" idx="12" hasCustomPrompt="1"/>
          </p:nvPr>
        </p:nvSpPr>
        <p:spPr>
          <a:xfrm>
            <a:off x="573853" y="753751"/>
            <a:ext cx="7968163" cy="328820"/>
          </a:xfrm>
        </p:spPr>
        <p:txBody>
          <a:bodyPr lIns="0" bIns="0" anchor="ctr">
            <a:noAutofit/>
          </a:bodyPr>
          <a:lstStyle>
            <a:lvl1pPr marL="0" indent="0" algn="ctr">
              <a:buNone/>
              <a:defRPr sz="1600" b="0" cap="all">
                <a:solidFill>
                  <a:schemeClr val="tx1"/>
                </a:solidFill>
                <a:latin typeface="Arial Black" panose="020B0A04020102020204" pitchFamily="34" charset="0"/>
                <a:cs typeface="Arial Black" panose="020B0A04020102020204" pitchFamily="34" charset="0"/>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it-IT" err="1"/>
              <a:t>Insert</a:t>
            </a:r>
            <a:r>
              <a:rPr lang="it-IT"/>
              <a:t> </a:t>
            </a:r>
            <a:r>
              <a:rPr lang="it-IT" err="1"/>
              <a:t>your</a:t>
            </a:r>
            <a:r>
              <a:rPr lang="it-IT"/>
              <a:t> </a:t>
            </a:r>
            <a:r>
              <a:rPr lang="it-IT" err="1"/>
              <a:t>subtitle</a:t>
            </a:r>
            <a:r>
              <a:rPr lang="it-IT"/>
              <a:t> </a:t>
            </a:r>
            <a:r>
              <a:rPr lang="it-IT" err="1"/>
              <a:t>here</a:t>
            </a:r>
            <a:endParaRPr lang="en-US"/>
          </a:p>
        </p:txBody>
      </p:sp>
      <p:sp>
        <p:nvSpPr>
          <p:cNvPr id="10" name="Rettangolo 7"/>
          <p:cNvSpPr/>
          <p:nvPr userDrawn="1"/>
        </p:nvSpPr>
        <p:spPr>
          <a:xfrm>
            <a:off x="0" y="3879633"/>
            <a:ext cx="9144000" cy="12491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sz="1800"/>
          </a:p>
        </p:txBody>
      </p:sp>
      <p:pic>
        <p:nvPicPr>
          <p:cNvPr id="11" name="Bild 5" descr="runningman.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5308" y="4807867"/>
            <a:ext cx="217532" cy="217532"/>
          </a:xfrm>
          <a:prstGeom prst="rect">
            <a:avLst/>
          </a:prstGeom>
        </p:spPr>
      </p:pic>
    </p:spTree>
    <p:extLst>
      <p:ext uri="{BB962C8B-B14F-4D97-AF65-F5344CB8AC3E}">
        <p14:creationId xmlns:p14="http://schemas.microsoft.com/office/powerpoint/2010/main" val="18497240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SERT Image + side tex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573854" y="1437652"/>
            <a:ext cx="2994538" cy="3037283"/>
          </a:xfrm>
        </p:spPr>
        <p:txBody>
          <a:bodyPr/>
          <a:lstStyle>
            <a:lvl1pPr>
              <a:defRPr sz="1600"/>
            </a:lvl1pPr>
            <a:lvl2pPr>
              <a:defRPr sz="1600"/>
            </a:lvl2pPr>
            <a:lvl3pPr>
              <a:defRPr sz="1600"/>
            </a:lvl3pPr>
            <a:lvl4pPr>
              <a:defRPr sz="1600"/>
            </a:lvl4pPr>
            <a:lvl5pPr>
              <a:defRPr sz="1600"/>
            </a:lvl5pPr>
            <a:lvl6pPr>
              <a:defRPr sz="1400"/>
            </a:lvl6pPr>
            <a:lvl7pPr>
              <a:defRPr sz="1600"/>
            </a:lvl7pPr>
            <a:lvl8pPr>
              <a:defRPr sz="1600"/>
            </a:lvl8pPr>
            <a:lvl9pPr>
              <a:defRPr sz="1400"/>
            </a:lvl9pPr>
          </a:lstStyle>
          <a:p>
            <a:pPr lvl="0"/>
            <a:r>
              <a:rPr lang="it-IT"/>
              <a:t>Basic text</a:t>
            </a:r>
          </a:p>
          <a:p>
            <a:pPr lvl="1"/>
            <a:r>
              <a:rPr lang="it-IT"/>
              <a:t>Text in CAPITAL LETTERS</a:t>
            </a:r>
          </a:p>
          <a:p>
            <a:pPr lvl="2"/>
            <a:r>
              <a:rPr lang="it-IT"/>
              <a:t>Basic green text</a:t>
            </a:r>
          </a:p>
          <a:p>
            <a:pPr lvl="3"/>
            <a:r>
              <a:rPr lang="it-IT"/>
              <a:t>First </a:t>
            </a:r>
            <a:r>
              <a:rPr lang="it-IT" err="1"/>
              <a:t>bullet</a:t>
            </a:r>
            <a:r>
              <a:rPr lang="it-IT"/>
              <a:t> </a:t>
            </a:r>
            <a:r>
              <a:rPr lang="it-IT" err="1"/>
              <a:t>point</a:t>
            </a:r>
            <a:r>
              <a:rPr lang="it-IT"/>
              <a:t> text</a:t>
            </a:r>
          </a:p>
          <a:p>
            <a:pPr lvl="4"/>
            <a:r>
              <a:rPr lang="it-IT"/>
              <a:t>Second </a:t>
            </a:r>
            <a:r>
              <a:rPr lang="it-IT" err="1"/>
              <a:t>bullet</a:t>
            </a:r>
            <a:r>
              <a:rPr lang="it-IT"/>
              <a:t> </a:t>
            </a:r>
            <a:r>
              <a:rPr lang="it-IT" err="1"/>
              <a:t>point</a:t>
            </a:r>
            <a:r>
              <a:rPr lang="it-IT"/>
              <a:t> text</a:t>
            </a:r>
          </a:p>
          <a:p>
            <a:pPr lvl="5"/>
            <a:r>
              <a:rPr lang="it-IT"/>
              <a:t>Third </a:t>
            </a:r>
            <a:r>
              <a:rPr lang="it-IT" err="1"/>
              <a:t>bullet</a:t>
            </a:r>
            <a:r>
              <a:rPr lang="it-IT"/>
              <a:t> </a:t>
            </a:r>
            <a:r>
              <a:rPr lang="it-IT" err="1"/>
              <a:t>point</a:t>
            </a:r>
            <a:r>
              <a:rPr lang="it-IT"/>
              <a:t> text</a:t>
            </a:r>
          </a:p>
          <a:p>
            <a:pPr lvl="6"/>
            <a:r>
              <a:rPr lang="it-IT"/>
              <a:t>First </a:t>
            </a:r>
            <a:r>
              <a:rPr lang="it-IT" err="1"/>
              <a:t>numbered</a:t>
            </a:r>
            <a:r>
              <a:rPr lang="it-IT"/>
              <a:t> text</a:t>
            </a:r>
          </a:p>
          <a:p>
            <a:pPr lvl="7"/>
            <a:r>
              <a:rPr lang="it-IT"/>
              <a:t>Second </a:t>
            </a:r>
            <a:r>
              <a:rPr lang="it-IT" err="1"/>
              <a:t>numbered</a:t>
            </a:r>
            <a:r>
              <a:rPr lang="it-IT"/>
              <a:t> text</a:t>
            </a:r>
          </a:p>
          <a:p>
            <a:pPr lvl="8"/>
            <a:r>
              <a:rPr lang="it-IT"/>
              <a:t>Third </a:t>
            </a:r>
            <a:r>
              <a:rPr lang="it-IT" err="1"/>
              <a:t>numbered</a:t>
            </a:r>
            <a:r>
              <a:rPr lang="it-IT"/>
              <a:t> text</a:t>
            </a:r>
            <a:endParaRPr lang="en-US"/>
          </a:p>
        </p:txBody>
      </p:sp>
      <p:sp>
        <p:nvSpPr>
          <p:cNvPr id="15" name="Title 1"/>
          <p:cNvSpPr>
            <a:spLocks noGrp="1"/>
          </p:cNvSpPr>
          <p:nvPr>
            <p:ph type="title" hasCustomPrompt="1"/>
          </p:nvPr>
        </p:nvSpPr>
        <p:spPr>
          <a:xfrm>
            <a:off x="573853" y="408192"/>
            <a:ext cx="7968163" cy="266461"/>
          </a:xfrm>
        </p:spPr>
        <p:txBody>
          <a:bodyPr vert="horz" lIns="0" tIns="0" rIns="0" bIns="0" rtlCol="0" anchor="t" anchorCtr="0">
            <a:noAutofit/>
          </a:bodyPr>
          <a:lstStyle>
            <a:lvl1pPr>
              <a:defRPr lang="en-US" cap="all" baseline="0" dirty="0">
                <a:cs typeface="Arial" panose="020B0604020202020204" pitchFamily="34" charset="0"/>
              </a:defRPr>
            </a:lvl1pPr>
          </a:lstStyle>
          <a:p>
            <a:pPr lvl="0"/>
            <a:r>
              <a:rPr lang="it-IT"/>
              <a:t>INSERT YOUR TITLE HERE</a:t>
            </a:r>
            <a:endParaRPr lang="en-US"/>
          </a:p>
        </p:txBody>
      </p:sp>
      <p:sp>
        <p:nvSpPr>
          <p:cNvPr id="12" name="Segnaposto immagine 5"/>
          <p:cNvSpPr>
            <a:spLocks noGrp="1"/>
          </p:cNvSpPr>
          <p:nvPr>
            <p:ph type="pic" sz="quarter" idx="11"/>
          </p:nvPr>
        </p:nvSpPr>
        <p:spPr>
          <a:xfrm>
            <a:off x="4025590" y="1417014"/>
            <a:ext cx="5118410" cy="3036887"/>
          </a:xfrm>
        </p:spPr>
        <p:txBody>
          <a:bodyPr/>
          <a:lstStyle/>
          <a:p>
            <a:r>
              <a:rPr lang="en-US"/>
              <a:t>Click icon to add picture</a:t>
            </a:r>
            <a:endParaRPr lang="it-IT"/>
          </a:p>
        </p:txBody>
      </p:sp>
      <p:pic>
        <p:nvPicPr>
          <p:cNvPr id="8" name="Bild 5" descr="runningman.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5308" y="4807869"/>
            <a:ext cx="217532" cy="217532"/>
          </a:xfrm>
          <a:prstGeom prst="rect">
            <a:avLst/>
          </a:prstGeom>
        </p:spPr>
      </p:pic>
      <p:sp>
        <p:nvSpPr>
          <p:cNvPr id="7" name="Subtitle 2"/>
          <p:cNvSpPr>
            <a:spLocks noGrp="1"/>
          </p:cNvSpPr>
          <p:nvPr>
            <p:ph type="subTitle" idx="12" hasCustomPrompt="1"/>
          </p:nvPr>
        </p:nvSpPr>
        <p:spPr>
          <a:xfrm>
            <a:off x="573853" y="753751"/>
            <a:ext cx="7968163" cy="328820"/>
          </a:xfrm>
        </p:spPr>
        <p:txBody>
          <a:bodyPr lIns="0" bIns="0" anchor="ctr">
            <a:noAutofit/>
          </a:bodyPr>
          <a:lstStyle>
            <a:lvl1pPr marL="0" indent="0" algn="ctr">
              <a:buNone/>
              <a:defRPr sz="1600" b="0" cap="all">
                <a:solidFill>
                  <a:schemeClr val="tx1"/>
                </a:solidFill>
                <a:latin typeface="Arial Black" panose="020B0A04020102020204" pitchFamily="34" charset="0"/>
                <a:cs typeface="Arial Black" panose="020B0A04020102020204" pitchFamily="34" charset="0"/>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it-IT" err="1"/>
              <a:t>Insert</a:t>
            </a:r>
            <a:r>
              <a:rPr lang="it-IT"/>
              <a:t> </a:t>
            </a:r>
            <a:r>
              <a:rPr lang="it-IT" err="1"/>
              <a:t>your</a:t>
            </a:r>
            <a:r>
              <a:rPr lang="it-IT"/>
              <a:t> </a:t>
            </a:r>
            <a:r>
              <a:rPr lang="it-IT" err="1"/>
              <a:t>subtitle</a:t>
            </a:r>
            <a:r>
              <a:rPr lang="it-IT"/>
              <a:t> </a:t>
            </a:r>
            <a:r>
              <a:rPr lang="it-IT" err="1"/>
              <a:t>here</a:t>
            </a:r>
            <a:endParaRPr lang="en-US"/>
          </a:p>
        </p:txBody>
      </p:sp>
    </p:spTree>
    <p:extLst>
      <p:ext uri="{BB962C8B-B14F-4D97-AF65-F5344CB8AC3E}">
        <p14:creationId xmlns:p14="http://schemas.microsoft.com/office/powerpoint/2010/main" val="40402774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SERT Gradient + side tex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573854" y="1437652"/>
            <a:ext cx="2994538" cy="3037283"/>
          </a:xfrm>
        </p:spPr>
        <p:txBody>
          <a:bodyPr/>
          <a:lstStyle>
            <a:lvl1pPr>
              <a:defRPr sz="1600"/>
            </a:lvl1pPr>
            <a:lvl2pPr>
              <a:defRPr sz="1600"/>
            </a:lvl2pPr>
            <a:lvl3pPr>
              <a:defRPr sz="1600"/>
            </a:lvl3pPr>
            <a:lvl4pPr>
              <a:defRPr sz="1600"/>
            </a:lvl4pPr>
            <a:lvl5pPr>
              <a:defRPr sz="1600"/>
            </a:lvl5pPr>
            <a:lvl6pPr>
              <a:defRPr sz="1400"/>
            </a:lvl6pPr>
            <a:lvl7pPr>
              <a:defRPr sz="1600"/>
            </a:lvl7pPr>
            <a:lvl8pPr>
              <a:defRPr sz="1600"/>
            </a:lvl8pPr>
            <a:lvl9pPr>
              <a:defRPr sz="1400"/>
            </a:lvl9pPr>
          </a:lstStyle>
          <a:p>
            <a:pPr lvl="0"/>
            <a:r>
              <a:rPr lang="it-IT"/>
              <a:t>Basic text</a:t>
            </a:r>
          </a:p>
          <a:p>
            <a:pPr lvl="1"/>
            <a:r>
              <a:rPr lang="it-IT"/>
              <a:t>Text in CAPITAL </a:t>
            </a:r>
            <a:r>
              <a:rPr lang="it-IT" err="1"/>
              <a:t>LeTTERS</a:t>
            </a:r>
            <a:endParaRPr lang="it-IT"/>
          </a:p>
          <a:p>
            <a:pPr lvl="2"/>
            <a:r>
              <a:rPr lang="it-IT"/>
              <a:t>Basic green text</a:t>
            </a:r>
          </a:p>
          <a:p>
            <a:pPr lvl="3"/>
            <a:r>
              <a:rPr lang="it-IT"/>
              <a:t>First </a:t>
            </a:r>
            <a:r>
              <a:rPr lang="it-IT" err="1"/>
              <a:t>bullet</a:t>
            </a:r>
            <a:r>
              <a:rPr lang="it-IT"/>
              <a:t> </a:t>
            </a:r>
            <a:r>
              <a:rPr lang="it-IT" err="1"/>
              <a:t>point</a:t>
            </a:r>
            <a:r>
              <a:rPr lang="it-IT"/>
              <a:t> text</a:t>
            </a:r>
          </a:p>
          <a:p>
            <a:pPr lvl="4"/>
            <a:r>
              <a:rPr lang="it-IT"/>
              <a:t>Second </a:t>
            </a:r>
            <a:r>
              <a:rPr lang="it-IT" err="1"/>
              <a:t>bullet</a:t>
            </a:r>
            <a:r>
              <a:rPr lang="it-IT"/>
              <a:t> </a:t>
            </a:r>
            <a:r>
              <a:rPr lang="it-IT" err="1"/>
              <a:t>point</a:t>
            </a:r>
            <a:r>
              <a:rPr lang="it-IT"/>
              <a:t> text</a:t>
            </a:r>
          </a:p>
          <a:p>
            <a:pPr lvl="5"/>
            <a:r>
              <a:rPr lang="it-IT"/>
              <a:t>Third </a:t>
            </a:r>
            <a:r>
              <a:rPr lang="it-IT" err="1"/>
              <a:t>bullet</a:t>
            </a:r>
            <a:r>
              <a:rPr lang="it-IT"/>
              <a:t> </a:t>
            </a:r>
            <a:r>
              <a:rPr lang="it-IT" err="1"/>
              <a:t>point</a:t>
            </a:r>
            <a:r>
              <a:rPr lang="it-IT"/>
              <a:t> text</a:t>
            </a:r>
          </a:p>
          <a:p>
            <a:pPr lvl="6"/>
            <a:r>
              <a:rPr lang="it-IT"/>
              <a:t>First </a:t>
            </a:r>
            <a:r>
              <a:rPr lang="it-IT" err="1"/>
              <a:t>numbered</a:t>
            </a:r>
            <a:r>
              <a:rPr lang="it-IT"/>
              <a:t> text</a:t>
            </a:r>
          </a:p>
          <a:p>
            <a:pPr lvl="7"/>
            <a:r>
              <a:rPr lang="it-IT"/>
              <a:t>Second </a:t>
            </a:r>
            <a:r>
              <a:rPr lang="it-IT" err="1"/>
              <a:t>numbered</a:t>
            </a:r>
            <a:r>
              <a:rPr lang="it-IT"/>
              <a:t> text</a:t>
            </a:r>
          </a:p>
          <a:p>
            <a:pPr lvl="8"/>
            <a:r>
              <a:rPr lang="it-IT"/>
              <a:t>Third </a:t>
            </a:r>
            <a:r>
              <a:rPr lang="it-IT" err="1"/>
              <a:t>numbered</a:t>
            </a:r>
            <a:r>
              <a:rPr lang="it-IT"/>
              <a:t> text</a:t>
            </a:r>
            <a:endParaRPr lang="en-US"/>
          </a:p>
        </p:txBody>
      </p:sp>
      <p:sp>
        <p:nvSpPr>
          <p:cNvPr id="15" name="Title 1"/>
          <p:cNvSpPr>
            <a:spLocks noGrp="1"/>
          </p:cNvSpPr>
          <p:nvPr>
            <p:ph type="title" hasCustomPrompt="1"/>
          </p:nvPr>
        </p:nvSpPr>
        <p:spPr>
          <a:xfrm>
            <a:off x="573853" y="408192"/>
            <a:ext cx="7968163" cy="266461"/>
          </a:xfrm>
        </p:spPr>
        <p:txBody>
          <a:bodyPr vert="horz" lIns="0" tIns="0" rIns="0" bIns="0" rtlCol="0" anchor="t" anchorCtr="0">
            <a:noAutofit/>
          </a:bodyPr>
          <a:lstStyle>
            <a:lvl1pPr>
              <a:defRPr lang="en-US" cap="all" baseline="0" dirty="0">
                <a:cs typeface="Arial" panose="020B0604020202020204" pitchFamily="34" charset="0"/>
              </a:defRPr>
            </a:lvl1pPr>
          </a:lstStyle>
          <a:p>
            <a:pPr lvl="0"/>
            <a:r>
              <a:rPr lang="it-IT"/>
              <a:t>INSERT YOUR TITLE HERE</a:t>
            </a:r>
            <a:endParaRPr lang="en-US"/>
          </a:p>
        </p:txBody>
      </p:sp>
      <p:pic>
        <p:nvPicPr>
          <p:cNvPr id="2" name="Immagine 1" descr="Reply Green 0.png"/>
          <p:cNvPicPr>
            <a:picLocks noChangeAspect="1"/>
          </p:cNvPicPr>
          <p:nvPr userDrawn="1"/>
        </p:nvPicPr>
        <p:blipFill rotWithShape="1">
          <a:blip r:embed="rId2">
            <a:extLst>
              <a:ext uri="{28A0092B-C50C-407E-A947-70E740481C1C}">
                <a14:useLocalDpi xmlns:a14="http://schemas.microsoft.com/office/drawing/2010/main" val="0"/>
              </a:ext>
            </a:extLst>
          </a:blip>
          <a:srcRect r="5278"/>
          <a:stretch/>
        </p:blipFill>
        <p:spPr>
          <a:xfrm>
            <a:off x="4029396" y="1416657"/>
            <a:ext cx="5114605" cy="3037283"/>
          </a:xfrm>
          <a:prstGeom prst="rect">
            <a:avLst/>
          </a:prstGeom>
        </p:spPr>
      </p:pic>
      <p:sp>
        <p:nvSpPr>
          <p:cNvPr id="12" name="Content Placeholder 2"/>
          <p:cNvSpPr>
            <a:spLocks noGrp="1"/>
          </p:cNvSpPr>
          <p:nvPr>
            <p:ph sz="half" idx="11" hasCustomPrompt="1"/>
          </p:nvPr>
        </p:nvSpPr>
        <p:spPr>
          <a:xfrm>
            <a:off x="4352740" y="2858738"/>
            <a:ext cx="4616786" cy="619319"/>
          </a:xfrm>
        </p:spPr>
        <p:txBody>
          <a:bodyPr anchor="t"/>
          <a:lstStyle>
            <a:lvl1pPr>
              <a:defRPr sz="4000" cap="all" spc="-100">
                <a:solidFill>
                  <a:schemeClr val="tx1"/>
                </a:solidFill>
                <a:latin typeface="Arial Black"/>
                <a:cs typeface="Arial Black"/>
              </a:defRPr>
            </a:lvl1pPr>
            <a:lvl2pPr>
              <a:defRPr sz="4000">
                <a:latin typeface="Arial Black"/>
                <a:cs typeface="Arial Black"/>
              </a:defRPr>
            </a:lvl2pPr>
            <a:lvl3pPr>
              <a:defRPr sz="4000">
                <a:latin typeface="Arial Black"/>
                <a:cs typeface="Arial Black"/>
              </a:defRPr>
            </a:lvl3pPr>
            <a:lvl4pPr>
              <a:defRPr sz="4000">
                <a:latin typeface="Arial Black"/>
                <a:cs typeface="Arial Black"/>
              </a:defRPr>
            </a:lvl4pPr>
            <a:lvl5pPr>
              <a:defRPr sz="4000">
                <a:latin typeface="Arial Black"/>
                <a:cs typeface="Arial Black"/>
              </a:defRPr>
            </a:lvl5pPr>
            <a:lvl6pPr>
              <a:defRPr sz="4000">
                <a:latin typeface="Arial Black"/>
                <a:cs typeface="Arial Black"/>
              </a:defRPr>
            </a:lvl6pPr>
            <a:lvl7pPr>
              <a:defRPr sz="4000">
                <a:latin typeface="Arial Black"/>
                <a:cs typeface="Arial Black"/>
              </a:defRPr>
            </a:lvl7pPr>
            <a:lvl8pPr>
              <a:defRPr sz="4000">
                <a:latin typeface="Arial Black"/>
                <a:cs typeface="Arial Black"/>
              </a:defRPr>
            </a:lvl8pPr>
            <a:lvl9pPr>
              <a:defRPr sz="4000">
                <a:latin typeface="Arial Black"/>
                <a:cs typeface="Arial Black"/>
              </a:defRPr>
            </a:lvl9pPr>
          </a:lstStyle>
          <a:p>
            <a:pPr lvl="0"/>
            <a:r>
              <a:rPr lang="en-US"/>
              <a:t>TEXT</a:t>
            </a:r>
          </a:p>
        </p:txBody>
      </p:sp>
      <p:sp>
        <p:nvSpPr>
          <p:cNvPr id="13" name="Content Placeholder 2"/>
          <p:cNvSpPr>
            <a:spLocks noGrp="1"/>
          </p:cNvSpPr>
          <p:nvPr>
            <p:ph sz="half" idx="12" hasCustomPrompt="1"/>
          </p:nvPr>
        </p:nvSpPr>
        <p:spPr>
          <a:xfrm>
            <a:off x="4352740" y="1903020"/>
            <a:ext cx="4616786" cy="320156"/>
          </a:xfrm>
        </p:spPr>
        <p:txBody>
          <a:bodyPr/>
          <a:lstStyle>
            <a:lvl1pPr>
              <a:defRPr sz="1600">
                <a:solidFill>
                  <a:schemeClr val="tx1"/>
                </a:solidFill>
              </a:defRPr>
            </a:lvl1pPr>
            <a:lvl2pPr marL="0" indent="0">
              <a:buFont typeface="+mj-lt"/>
              <a:buNone/>
              <a:defRPr sz="1400">
                <a:solidFill>
                  <a:schemeClr val="tx1"/>
                </a:solidFill>
              </a:defRPr>
            </a:lvl2pPr>
            <a:lvl3pPr marL="0" indent="0">
              <a:buFont typeface="+mj-lt"/>
              <a:buNone/>
              <a:defRPr sz="1400">
                <a:solidFill>
                  <a:schemeClr val="tx1"/>
                </a:solidFill>
              </a:defRPr>
            </a:lvl3pPr>
            <a:lvl4pPr marL="0" indent="0">
              <a:buFont typeface="+mj-lt"/>
              <a:buNone/>
              <a:defRPr sz="1400">
                <a:solidFill>
                  <a:schemeClr val="tx1"/>
                </a:solidFill>
              </a:defRPr>
            </a:lvl4pPr>
            <a:lvl5pPr marL="0" indent="0">
              <a:buFont typeface="+mj-lt"/>
              <a:buNone/>
              <a:defRPr sz="1400">
                <a:solidFill>
                  <a:schemeClr val="tx1"/>
                </a:solidFill>
              </a:defRPr>
            </a:lvl5pPr>
            <a:lvl6pPr marL="0" indent="0">
              <a:buFont typeface="+mj-lt"/>
              <a:buNone/>
              <a:defRPr sz="1400">
                <a:solidFill>
                  <a:schemeClr val="tx1"/>
                </a:solidFill>
              </a:defRPr>
            </a:lvl6pPr>
            <a:lvl7pPr marL="0" indent="0">
              <a:buFont typeface="+mj-lt"/>
              <a:buNone/>
              <a:defRPr sz="1400">
                <a:solidFill>
                  <a:schemeClr val="tx1"/>
                </a:solidFill>
              </a:defRPr>
            </a:lvl7pPr>
            <a:lvl8pPr marL="0" indent="0">
              <a:buFont typeface="+mj-lt"/>
              <a:buNone/>
              <a:defRPr sz="1400">
                <a:solidFill>
                  <a:schemeClr val="tx1"/>
                </a:solidFill>
              </a:defRPr>
            </a:lvl8pPr>
            <a:lvl9pPr marL="0" indent="0">
              <a:buFont typeface="+mj-lt"/>
              <a:buNone/>
              <a:defRPr sz="1400">
                <a:solidFill>
                  <a:schemeClr val="tx1"/>
                </a:solidFill>
              </a:defRPr>
            </a:lvl9pPr>
          </a:lstStyle>
          <a:p>
            <a:pPr lvl="0"/>
            <a:r>
              <a:rPr lang="it-IT"/>
              <a:t>Basic text</a:t>
            </a:r>
          </a:p>
        </p:txBody>
      </p:sp>
      <p:pic>
        <p:nvPicPr>
          <p:cNvPr id="10" name="Bild 5" descr="runningman.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45308" y="4807869"/>
            <a:ext cx="217532" cy="217532"/>
          </a:xfrm>
          <a:prstGeom prst="rect">
            <a:avLst/>
          </a:prstGeom>
        </p:spPr>
      </p:pic>
      <p:sp>
        <p:nvSpPr>
          <p:cNvPr id="9" name="Subtitle 2"/>
          <p:cNvSpPr>
            <a:spLocks noGrp="1"/>
          </p:cNvSpPr>
          <p:nvPr>
            <p:ph type="subTitle" idx="13" hasCustomPrompt="1"/>
          </p:nvPr>
        </p:nvSpPr>
        <p:spPr>
          <a:xfrm>
            <a:off x="573853" y="753751"/>
            <a:ext cx="7968163" cy="328820"/>
          </a:xfrm>
        </p:spPr>
        <p:txBody>
          <a:bodyPr lIns="0" bIns="0" anchor="ctr">
            <a:noAutofit/>
          </a:bodyPr>
          <a:lstStyle>
            <a:lvl1pPr marL="0" indent="0" algn="ctr">
              <a:buNone/>
              <a:defRPr sz="1600" b="0" cap="all">
                <a:solidFill>
                  <a:schemeClr val="tx1"/>
                </a:solidFill>
                <a:latin typeface="Arial Black" panose="020B0A04020102020204" pitchFamily="34" charset="0"/>
                <a:cs typeface="Arial Black" panose="020B0A04020102020204" pitchFamily="34" charset="0"/>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it-IT" err="1"/>
              <a:t>Insert</a:t>
            </a:r>
            <a:r>
              <a:rPr lang="it-IT"/>
              <a:t> </a:t>
            </a:r>
            <a:r>
              <a:rPr lang="it-IT" err="1"/>
              <a:t>your</a:t>
            </a:r>
            <a:r>
              <a:rPr lang="it-IT"/>
              <a:t> </a:t>
            </a:r>
            <a:r>
              <a:rPr lang="it-IT" err="1"/>
              <a:t>subtitle</a:t>
            </a:r>
            <a:r>
              <a:rPr lang="it-IT"/>
              <a:t> </a:t>
            </a:r>
            <a:r>
              <a:rPr lang="it-IT" err="1"/>
              <a:t>here</a:t>
            </a:r>
            <a:endParaRPr lang="en-US"/>
          </a:p>
        </p:txBody>
      </p:sp>
    </p:spTree>
    <p:extLst>
      <p:ext uri="{BB962C8B-B14F-4D97-AF65-F5344CB8AC3E}">
        <p14:creationId xmlns:p14="http://schemas.microsoft.com/office/powerpoint/2010/main" val="2176324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5173960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nd Cover">
    <p:spTree>
      <p:nvGrpSpPr>
        <p:cNvPr id="1" name=""/>
        <p:cNvGrpSpPr/>
        <p:nvPr/>
      </p:nvGrpSpPr>
      <p:grpSpPr>
        <a:xfrm>
          <a:off x="0" y="0"/>
          <a:ext cx="0" cy="0"/>
          <a:chOff x="0" y="0"/>
          <a:chExt cx="0" cy="0"/>
        </a:xfrm>
      </p:grpSpPr>
      <p:pic>
        <p:nvPicPr>
          <p:cNvPr id="6" name="Immagine 5" descr="Reply Green 0.png"/>
          <p:cNvPicPr>
            <a:picLocks/>
          </p:cNvPicPr>
          <p:nvPr userDrawn="1"/>
        </p:nvPicPr>
        <p:blipFill rotWithShape="1">
          <a:blip r:embed="rId2">
            <a:extLst>
              <a:ext uri="{28A0092B-C50C-407E-A947-70E740481C1C}">
                <a14:useLocalDpi xmlns:a14="http://schemas.microsoft.com/office/drawing/2010/main" val="0"/>
              </a:ext>
            </a:extLst>
          </a:blip>
          <a:srcRect t="-57" b="58"/>
          <a:stretch/>
        </p:blipFill>
        <p:spPr>
          <a:xfrm>
            <a:off x="-1" y="-11760"/>
            <a:ext cx="9180513" cy="5184000"/>
          </a:xfrm>
          <a:prstGeom prst="rect">
            <a:avLst/>
          </a:prstGeom>
        </p:spPr>
      </p:pic>
      <p:sp>
        <p:nvSpPr>
          <p:cNvPr id="10" name="Title 1"/>
          <p:cNvSpPr>
            <a:spLocks noGrp="1"/>
          </p:cNvSpPr>
          <p:nvPr>
            <p:ph type="ctrTitle" hasCustomPrompt="1"/>
          </p:nvPr>
        </p:nvSpPr>
        <p:spPr>
          <a:xfrm>
            <a:off x="1156023" y="2010230"/>
            <a:ext cx="7003440" cy="1321697"/>
          </a:xfrm>
        </p:spPr>
        <p:txBody>
          <a:bodyPr anchor="ctr"/>
          <a:lstStyle>
            <a:lvl1pPr>
              <a:lnSpc>
                <a:spcPct val="80000"/>
              </a:lnSpc>
              <a:defRPr lang="en-US" sz="6000" i="0" u="none" kern="1200" cap="all" spc="-100" baseline="0" dirty="0">
                <a:solidFill>
                  <a:schemeClr val="tx1"/>
                </a:solidFill>
                <a:latin typeface="Arial Black"/>
                <a:ea typeface="+mj-ea"/>
                <a:cs typeface="Arial Black"/>
              </a:defRPr>
            </a:lvl1pPr>
          </a:lstStyle>
          <a:p>
            <a:r>
              <a:rPr lang="it-IT" err="1"/>
              <a:t>Insert</a:t>
            </a:r>
            <a:r>
              <a:rPr lang="it-IT"/>
              <a:t> </a:t>
            </a:r>
            <a:r>
              <a:rPr lang="it-IT" err="1"/>
              <a:t>your</a:t>
            </a:r>
            <a:r>
              <a:rPr lang="it-IT"/>
              <a:t> </a:t>
            </a:r>
            <a:r>
              <a:rPr lang="it-IT" err="1"/>
              <a:t>title</a:t>
            </a:r>
            <a:r>
              <a:rPr lang="it-IT"/>
              <a:t> </a:t>
            </a:r>
            <a:r>
              <a:rPr lang="it-IT" err="1"/>
              <a:t>here</a:t>
            </a:r>
            <a:endParaRPr lang="en-US"/>
          </a:p>
        </p:txBody>
      </p:sp>
      <p:sp>
        <p:nvSpPr>
          <p:cNvPr id="7" name="Subtitle 2"/>
          <p:cNvSpPr>
            <a:spLocks noGrp="1"/>
          </p:cNvSpPr>
          <p:nvPr>
            <p:ph type="subTitle" idx="1" hasCustomPrompt="1"/>
          </p:nvPr>
        </p:nvSpPr>
        <p:spPr>
          <a:xfrm>
            <a:off x="1156023" y="3375892"/>
            <a:ext cx="7003441" cy="328820"/>
          </a:xfrm>
        </p:spPr>
        <p:txBody>
          <a:bodyPr lIns="0" bIns="0" anchor="t">
            <a:noAutofit/>
          </a:bodyPr>
          <a:lstStyle>
            <a:lvl1pPr marL="0" indent="0" algn="ctr">
              <a:buNone/>
              <a:defRPr sz="1800" b="0" cap="none">
                <a:solidFill>
                  <a:schemeClr val="tx1"/>
                </a:solidFill>
                <a:latin typeface="+mn-lt"/>
                <a:cs typeface="Arial Black"/>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it-IT" err="1"/>
              <a:t>Insert</a:t>
            </a:r>
            <a:r>
              <a:rPr lang="it-IT"/>
              <a:t> </a:t>
            </a:r>
            <a:r>
              <a:rPr lang="it-IT" err="1"/>
              <a:t>your</a:t>
            </a:r>
            <a:r>
              <a:rPr lang="it-IT"/>
              <a:t> </a:t>
            </a:r>
            <a:r>
              <a:rPr lang="it-IT" err="1"/>
              <a:t>subtitle</a:t>
            </a:r>
            <a:r>
              <a:rPr lang="it-IT"/>
              <a:t> </a:t>
            </a:r>
            <a:r>
              <a:rPr lang="it-IT" err="1"/>
              <a:t>here</a:t>
            </a:r>
            <a:endParaRPr lang="en-US"/>
          </a:p>
        </p:txBody>
      </p:sp>
      <p:pic>
        <p:nvPicPr>
          <p:cNvPr id="9" name="Bild 6" descr="Unbenannt-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988300" y="4723085"/>
            <a:ext cx="901701" cy="241840"/>
          </a:xfrm>
          <a:prstGeom prst="rect">
            <a:avLst/>
          </a:prstGeom>
        </p:spPr>
      </p:pic>
    </p:spTree>
    <p:extLst>
      <p:ext uri="{BB962C8B-B14F-4D97-AF65-F5344CB8AC3E}">
        <p14:creationId xmlns:p14="http://schemas.microsoft.com/office/powerpoint/2010/main" val="4598012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0" tIns="45720" rIns="91440" bIns="0" rtlCol="0" anchor="t">
            <a:noAutofit/>
          </a:bodyPr>
          <a:lstStyle/>
          <a:p>
            <a:r>
              <a:rPr lang="it-IT"/>
              <a:t>CLICK TO CHANGE STYLE</a:t>
            </a:r>
            <a:endParaRPr lang="en-US"/>
          </a:p>
        </p:txBody>
      </p:sp>
      <p:sp>
        <p:nvSpPr>
          <p:cNvPr id="3" name="Text Placeholder 2"/>
          <p:cNvSpPr>
            <a:spLocks noGrp="1"/>
          </p:cNvSpPr>
          <p:nvPr>
            <p:ph type="body" idx="1"/>
          </p:nvPr>
        </p:nvSpPr>
        <p:spPr>
          <a:xfrm>
            <a:off x="457200" y="1076782"/>
            <a:ext cx="8229600" cy="3394472"/>
          </a:xfrm>
          <a:prstGeom prst="rect">
            <a:avLst/>
          </a:prstGeom>
        </p:spPr>
        <p:txBody>
          <a:bodyPr vert="horz" lIns="0" tIns="0" rIns="0" bIns="0" rtlCol="0">
            <a:noAutofit/>
          </a:bodyPr>
          <a:lstStyle/>
          <a:p>
            <a:pPr lvl="0"/>
            <a:r>
              <a:rPr lang="it-IT"/>
              <a:t>Basic text</a:t>
            </a:r>
          </a:p>
          <a:p>
            <a:pPr lvl="1"/>
            <a:r>
              <a:rPr lang="it-IT"/>
              <a:t>Text in CAPITAL </a:t>
            </a:r>
            <a:r>
              <a:rPr lang="it-IT" err="1"/>
              <a:t>LeTTERS</a:t>
            </a:r>
            <a:endParaRPr lang="it-IT"/>
          </a:p>
          <a:p>
            <a:pPr lvl="3"/>
            <a:r>
              <a:rPr lang="it-IT"/>
              <a:t>First </a:t>
            </a:r>
            <a:r>
              <a:rPr lang="it-IT" err="1"/>
              <a:t>bullet</a:t>
            </a:r>
            <a:r>
              <a:rPr lang="it-IT"/>
              <a:t> </a:t>
            </a:r>
            <a:r>
              <a:rPr lang="it-IT" err="1"/>
              <a:t>point</a:t>
            </a:r>
            <a:r>
              <a:rPr lang="it-IT"/>
              <a:t> text</a:t>
            </a:r>
          </a:p>
          <a:p>
            <a:pPr lvl="4"/>
            <a:r>
              <a:rPr lang="it-IT"/>
              <a:t>Second </a:t>
            </a:r>
            <a:r>
              <a:rPr lang="it-IT" err="1"/>
              <a:t>bullet</a:t>
            </a:r>
            <a:r>
              <a:rPr lang="it-IT"/>
              <a:t> </a:t>
            </a:r>
            <a:r>
              <a:rPr lang="it-IT" err="1"/>
              <a:t>point</a:t>
            </a:r>
            <a:r>
              <a:rPr lang="it-IT"/>
              <a:t> text</a:t>
            </a:r>
          </a:p>
          <a:p>
            <a:pPr lvl="5"/>
            <a:r>
              <a:rPr lang="it-IT"/>
              <a:t>Third </a:t>
            </a:r>
            <a:r>
              <a:rPr lang="it-IT" err="1"/>
              <a:t>bullet</a:t>
            </a:r>
            <a:r>
              <a:rPr lang="it-IT"/>
              <a:t> </a:t>
            </a:r>
            <a:r>
              <a:rPr lang="it-IT" err="1"/>
              <a:t>point</a:t>
            </a:r>
            <a:r>
              <a:rPr lang="it-IT"/>
              <a:t> text</a:t>
            </a:r>
          </a:p>
          <a:p>
            <a:pPr marL="514337" lvl="6" indent="-514337" algn="l" defTabSz="457189" rtl="0" eaLnBrk="1" latinLnBrk="0" hangingPunct="1">
              <a:lnSpc>
                <a:spcPct val="150000"/>
              </a:lnSpc>
              <a:spcBef>
                <a:spcPts val="600"/>
              </a:spcBef>
              <a:buClr>
                <a:schemeClr val="tx2"/>
              </a:buClr>
              <a:buSzPct val="130000"/>
              <a:buFont typeface="+mj-lt"/>
              <a:buAutoNum type="arabicPeriod"/>
            </a:pPr>
            <a:r>
              <a:rPr lang="it-IT"/>
              <a:t>First </a:t>
            </a:r>
            <a:r>
              <a:rPr lang="it-IT" err="1"/>
              <a:t>numbered</a:t>
            </a:r>
            <a:r>
              <a:rPr lang="it-IT"/>
              <a:t> text</a:t>
            </a:r>
          </a:p>
          <a:p>
            <a:pPr lvl="7"/>
            <a:r>
              <a:rPr lang="it-IT"/>
              <a:t>Second </a:t>
            </a:r>
            <a:r>
              <a:rPr lang="it-IT" err="1"/>
              <a:t>numbered</a:t>
            </a:r>
            <a:r>
              <a:rPr lang="it-IT"/>
              <a:t> text</a:t>
            </a:r>
          </a:p>
          <a:p>
            <a:pPr lvl="8"/>
            <a:r>
              <a:rPr lang="it-IT"/>
              <a:t>Third </a:t>
            </a:r>
            <a:r>
              <a:rPr lang="it-IT" err="1"/>
              <a:t>numbered</a:t>
            </a:r>
            <a:r>
              <a:rPr lang="it-IT"/>
              <a:t> text</a:t>
            </a:r>
            <a:endParaRPr lang="en-US"/>
          </a:p>
        </p:txBody>
      </p:sp>
    </p:spTree>
    <p:extLst>
      <p:ext uri="{BB962C8B-B14F-4D97-AF65-F5344CB8AC3E}">
        <p14:creationId xmlns:p14="http://schemas.microsoft.com/office/powerpoint/2010/main" val="374492146"/>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Lst>
  <p:hf sldNum="0" hdr="0" ftr="0" dt="0"/>
  <p:txStyles>
    <p:titleStyle>
      <a:lvl1pPr algn="ctr" defTabSz="914378" rtl="0" eaLnBrk="1" latinLnBrk="0" hangingPunct="1">
        <a:lnSpc>
          <a:spcPct val="80000"/>
        </a:lnSpc>
        <a:spcBef>
          <a:spcPct val="0"/>
        </a:spcBef>
        <a:buNone/>
        <a:defRPr sz="3200" kern="1200">
          <a:solidFill>
            <a:schemeClr val="tx1"/>
          </a:solidFill>
          <a:latin typeface="Arial Black" panose="020B0A04020102020204" pitchFamily="34" charset="0"/>
          <a:ea typeface="+mj-ea"/>
          <a:cs typeface="Arial Black" panose="020B0A04020102020204" pitchFamily="34" charset="0"/>
        </a:defRPr>
      </a:lvl1pPr>
    </p:titleStyle>
    <p:bodyStyle>
      <a:lvl1pPr marL="0" indent="0" algn="l" defTabSz="914378" rtl="0" eaLnBrk="1" latinLnBrk="0" hangingPunct="1">
        <a:lnSpc>
          <a:spcPct val="100000"/>
        </a:lnSpc>
        <a:spcBef>
          <a:spcPts val="600"/>
        </a:spcBef>
        <a:buFont typeface="Arial" pitchFamily="34" charset="0"/>
        <a:buNone/>
        <a:defRPr sz="1800" kern="1200" baseline="0">
          <a:solidFill>
            <a:schemeClr val="tx1"/>
          </a:solidFill>
          <a:latin typeface="+mn-lt"/>
          <a:ea typeface="+mn-ea"/>
          <a:cs typeface="+mn-cs"/>
        </a:defRPr>
      </a:lvl1pPr>
      <a:lvl2pPr marL="0" indent="0" algn="l" defTabSz="914378" rtl="0" eaLnBrk="1" latinLnBrk="0" hangingPunct="1">
        <a:lnSpc>
          <a:spcPct val="100000"/>
        </a:lnSpc>
        <a:spcBef>
          <a:spcPts val="1200"/>
        </a:spcBef>
        <a:spcAft>
          <a:spcPts val="600"/>
        </a:spcAft>
        <a:buFont typeface="Arial" pitchFamily="34" charset="0"/>
        <a:buNone/>
        <a:defRPr sz="1800" b="0" i="0" kern="1200" cap="all">
          <a:solidFill>
            <a:schemeClr val="tx2"/>
          </a:solidFill>
          <a:latin typeface="Arial"/>
          <a:ea typeface="+mn-ea"/>
          <a:cs typeface="Arial"/>
        </a:defRPr>
      </a:lvl2pPr>
      <a:lvl3pPr marL="0" indent="0" algn="l" defTabSz="914378" rtl="0" eaLnBrk="1" latinLnBrk="0" hangingPunct="1">
        <a:lnSpc>
          <a:spcPct val="120000"/>
        </a:lnSpc>
        <a:spcBef>
          <a:spcPts val="600"/>
        </a:spcBef>
        <a:buFont typeface="Arial" pitchFamily="34" charset="0"/>
        <a:buNone/>
        <a:defRPr sz="1400" b="0" i="0" kern="1200">
          <a:solidFill>
            <a:schemeClr val="tx2"/>
          </a:solidFill>
          <a:latin typeface="Arial"/>
          <a:ea typeface="+mn-ea"/>
          <a:cs typeface="Arial"/>
        </a:defRPr>
      </a:lvl3pPr>
      <a:lvl4pPr marL="179996" indent="-179996" algn="l" defTabSz="914378" rtl="0" eaLnBrk="1" latinLnBrk="0" hangingPunct="1">
        <a:lnSpc>
          <a:spcPct val="120000"/>
        </a:lnSpc>
        <a:spcBef>
          <a:spcPts val="600"/>
        </a:spcBef>
        <a:buClr>
          <a:schemeClr val="tx2"/>
        </a:buClr>
        <a:buSzPct val="130000"/>
        <a:buFont typeface="Wingdings" panose="05000000000000000000" pitchFamily="2" charset="2"/>
        <a:buChar char="§"/>
        <a:defRPr sz="1800" kern="1200">
          <a:solidFill>
            <a:schemeClr val="tx1"/>
          </a:solidFill>
          <a:latin typeface="+mn-lt"/>
          <a:ea typeface="+mn-ea"/>
          <a:cs typeface="+mn-cs"/>
        </a:defRPr>
      </a:lvl4pPr>
      <a:lvl5pPr marL="359991" indent="-179996" algn="l" defTabSz="914378" rtl="0" eaLnBrk="1" latinLnBrk="0" hangingPunct="1">
        <a:lnSpc>
          <a:spcPct val="120000"/>
        </a:lnSpc>
        <a:spcBef>
          <a:spcPts val="600"/>
        </a:spcBef>
        <a:buClr>
          <a:schemeClr val="tx2"/>
        </a:buClr>
        <a:buFont typeface="Wingdings" panose="05000000000000000000" pitchFamily="2" charset="2"/>
        <a:buChar char="§"/>
        <a:defRPr sz="1800" kern="1200">
          <a:solidFill>
            <a:schemeClr val="tx1"/>
          </a:solidFill>
          <a:latin typeface="+mn-lt"/>
          <a:ea typeface="+mn-ea"/>
          <a:cs typeface="+mn-cs"/>
        </a:defRPr>
      </a:lvl5pPr>
      <a:lvl6pPr marL="539987" indent="-179996" algn="l" defTabSz="914378" rtl="0" eaLnBrk="1" latinLnBrk="0" hangingPunct="1">
        <a:lnSpc>
          <a:spcPct val="120000"/>
        </a:lnSpc>
        <a:spcBef>
          <a:spcPts val="600"/>
        </a:spcBef>
        <a:buClr>
          <a:schemeClr val="tx2"/>
        </a:buClr>
        <a:buFont typeface="Wingdings" panose="05000000000000000000" pitchFamily="2" charset="2"/>
        <a:buChar char="§"/>
        <a:defRPr sz="1800" kern="1200">
          <a:solidFill>
            <a:schemeClr val="tx1"/>
          </a:solidFill>
          <a:latin typeface="+mn-lt"/>
          <a:ea typeface="+mn-ea"/>
          <a:cs typeface="+mn-cs"/>
        </a:defRPr>
      </a:lvl6pPr>
      <a:lvl7pPr marL="179996" indent="-179996" algn="l" defTabSz="914378" rtl="0" eaLnBrk="1" latinLnBrk="0" hangingPunct="1">
        <a:lnSpc>
          <a:spcPct val="120000"/>
        </a:lnSpc>
        <a:spcBef>
          <a:spcPts val="600"/>
        </a:spcBef>
        <a:buClr>
          <a:schemeClr val="tx2"/>
        </a:buClr>
        <a:buFont typeface="+mj-lt"/>
        <a:buAutoNum type="arabicPeriod"/>
        <a:defRPr lang="it-IT" sz="1800" kern="1200" baseline="0" dirty="0" smtClean="0">
          <a:solidFill>
            <a:schemeClr val="tx1"/>
          </a:solidFill>
          <a:latin typeface="Arial" panose="020B0604020202020204" pitchFamily="34" charset="0"/>
          <a:ea typeface="+mn-ea"/>
          <a:cs typeface="Arial" panose="020B0604020202020204" pitchFamily="34" charset="0"/>
        </a:defRPr>
      </a:lvl7pPr>
      <a:lvl8pPr marL="359991" indent="-179996" algn="l" defTabSz="914378" rtl="0" eaLnBrk="1" latinLnBrk="0" hangingPunct="1">
        <a:lnSpc>
          <a:spcPct val="120000"/>
        </a:lnSpc>
        <a:spcBef>
          <a:spcPts val="600"/>
        </a:spcBef>
        <a:buClr>
          <a:schemeClr val="tx2"/>
        </a:buClr>
        <a:buFont typeface="+mj-lt"/>
        <a:buAutoNum type="arabicPeriod"/>
        <a:defRPr sz="1800" kern="1200">
          <a:solidFill>
            <a:schemeClr val="tx1"/>
          </a:solidFill>
          <a:latin typeface="+mn-lt"/>
          <a:ea typeface="+mn-ea"/>
          <a:cs typeface="+mn-cs"/>
        </a:defRPr>
      </a:lvl8pPr>
      <a:lvl9pPr marL="539987" indent="-179996" algn="l" defTabSz="914378" rtl="0" eaLnBrk="1" latinLnBrk="0" hangingPunct="1">
        <a:lnSpc>
          <a:spcPct val="120000"/>
        </a:lnSpc>
        <a:spcBef>
          <a:spcPts val="600"/>
        </a:spcBef>
        <a:buClr>
          <a:schemeClr val="tx2"/>
        </a:buClr>
        <a:buFont typeface="+mj-lt"/>
        <a:buAutoNum type="arabicPeriod"/>
        <a:defRPr sz="1800" kern="1200" baseline="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4A8EE-2919-487E-60BD-0AA78916D008}"/>
              </a:ext>
            </a:extLst>
          </p:cNvPr>
          <p:cNvSpPr>
            <a:spLocks noGrp="1"/>
          </p:cNvSpPr>
          <p:nvPr>
            <p:ph type="ctrTitle"/>
          </p:nvPr>
        </p:nvSpPr>
        <p:spPr>
          <a:xfrm>
            <a:off x="573853" y="527850"/>
            <a:ext cx="7585611" cy="1915313"/>
          </a:xfrm>
        </p:spPr>
        <p:txBody>
          <a:bodyPr/>
          <a:lstStyle/>
          <a:p>
            <a:r>
              <a:rPr lang="en-GB" sz="4950"/>
              <a:t>Shop Well</a:t>
            </a:r>
          </a:p>
        </p:txBody>
      </p:sp>
      <p:sp>
        <p:nvSpPr>
          <p:cNvPr id="3" name="Subtitle 2">
            <a:extLst>
              <a:ext uri="{FF2B5EF4-FFF2-40B4-BE49-F238E27FC236}">
                <a16:creationId xmlns:a16="http://schemas.microsoft.com/office/drawing/2014/main" id="{2D9CD9CC-9322-BBA2-4865-957BEF7E1D29}"/>
              </a:ext>
            </a:extLst>
          </p:cNvPr>
          <p:cNvSpPr>
            <a:spLocks noGrp="1"/>
          </p:cNvSpPr>
          <p:nvPr>
            <p:ph type="subTitle" idx="1"/>
          </p:nvPr>
        </p:nvSpPr>
        <p:spPr>
          <a:xfrm>
            <a:off x="573852" y="2822558"/>
            <a:ext cx="7585612" cy="328820"/>
          </a:xfrm>
        </p:spPr>
        <p:txBody>
          <a:bodyPr/>
          <a:lstStyle/>
          <a:p>
            <a:r>
              <a:rPr lang="en-GB" dirty="0"/>
              <a:t>The organic produce marketplace — every local farm, one basket, one payment.  ·  Client pitch, July 2026</a:t>
            </a:r>
          </a:p>
        </p:txBody>
      </p:sp>
      <p:pic>
        <p:nvPicPr>
          <p:cNvPr id="14" name="Picture 13" descr="Omnichannel and order management | Reply">
            <a:extLst>
              <a:ext uri="{FF2B5EF4-FFF2-40B4-BE49-F238E27FC236}">
                <a16:creationId xmlns:a16="http://schemas.microsoft.com/office/drawing/2014/main" id="{1330B650-9FB7-3266-495A-80CCC629E2C7}"/>
              </a:ext>
            </a:extLst>
          </p:cNvPr>
          <p:cNvPicPr>
            <a:picLocks noChangeAspect="1"/>
          </p:cNvPicPr>
          <p:nvPr/>
        </p:nvPicPr>
        <p:blipFill>
          <a:blip r:embed="rId2"/>
          <a:stretch>
            <a:fillRect/>
          </a:stretch>
        </p:blipFill>
        <p:spPr>
          <a:xfrm>
            <a:off x="573852" y="4106567"/>
            <a:ext cx="1445819" cy="627557"/>
          </a:xfrm>
          <a:prstGeom prst="rect">
            <a:avLst/>
          </a:prstGeom>
        </p:spPr>
      </p:pic>
      <p:pic>
        <p:nvPicPr>
          <p:cNvPr id="15" name="Picture 14" descr="Home | Solirius">
            <a:extLst>
              <a:ext uri="{FF2B5EF4-FFF2-40B4-BE49-F238E27FC236}">
                <a16:creationId xmlns:a16="http://schemas.microsoft.com/office/drawing/2014/main" id="{162EE6DF-1D7A-94A6-E3EA-F17F1C37E3C2}"/>
              </a:ext>
            </a:extLst>
          </p:cNvPr>
          <p:cNvPicPr>
            <a:picLocks noChangeAspect="1"/>
          </p:cNvPicPr>
          <p:nvPr/>
        </p:nvPicPr>
        <p:blipFill>
          <a:blip r:embed="rId3"/>
          <a:stretch>
            <a:fillRect/>
          </a:stretch>
        </p:blipFill>
        <p:spPr>
          <a:xfrm>
            <a:off x="2185175" y="4107724"/>
            <a:ext cx="1443155" cy="626400"/>
          </a:xfrm>
          <a:prstGeom prst="rect">
            <a:avLst/>
          </a:prstGeom>
        </p:spPr>
      </p:pic>
      <p:pic>
        <p:nvPicPr>
          <p:cNvPr id="16" name="Picture 15" descr="REPLY&#10;&#10;AI-generated content may be incorrect.">
            <a:extLst>
              <a:ext uri="{FF2B5EF4-FFF2-40B4-BE49-F238E27FC236}">
                <a16:creationId xmlns:a16="http://schemas.microsoft.com/office/drawing/2014/main" id="{D4D9F823-8B25-FED1-E4A5-311408C7B9CF}"/>
              </a:ext>
            </a:extLst>
          </p:cNvPr>
          <p:cNvPicPr>
            <a:picLocks noChangeAspect="1"/>
          </p:cNvPicPr>
          <p:nvPr/>
        </p:nvPicPr>
        <p:blipFill>
          <a:blip r:embed="rId4"/>
          <a:stretch>
            <a:fillRect/>
          </a:stretch>
        </p:blipFill>
        <p:spPr>
          <a:xfrm>
            <a:off x="3793836" y="4054405"/>
            <a:ext cx="1358768" cy="763001"/>
          </a:xfrm>
          <a:prstGeom prst="rect">
            <a:avLst/>
          </a:prstGeom>
        </p:spPr>
      </p:pic>
    </p:spTree>
    <p:extLst>
      <p:ext uri="{BB962C8B-B14F-4D97-AF65-F5344CB8AC3E}">
        <p14:creationId xmlns:p14="http://schemas.microsoft.com/office/powerpoint/2010/main" val="804193802"/>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2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88036"/>
            <a:ext cx="8366760" cy="994410"/>
          </a:xfrm>
          <a:prstGeom prst="rect">
            <a:avLst/>
          </a:prstGeom>
          <a:noFill/>
        </p:spPr>
        <p:txBody>
          <a:bodyPr wrap="square" anchor="t" lIns="0" rIns="0" tIns="0" bIns="0">
            <a:spAutoFit/>
          </a:bodyPr>
          <a:lstStyle/>
          <a:p>
            <a:pPr algn="l">
              <a:lnSpc>
                <a:spcPct val="108000"/>
              </a:lnSpc>
              <a:spcAft>
                <a:spcPts val="450"/>
              </a:spcAft>
            </a:pPr>
            <a:r>
              <a:rPr sz="938" b="1">
                <a:solidFill>
                  <a:srgbClr val="940758"/>
                </a:solidFill>
                <a:latin typeface="Arial"/>
              </a:rPr>
              <a:t>THE PROBLEM</a:t>
            </a:r>
          </a:p>
          <a:p>
            <a:pPr algn="l">
              <a:lnSpc>
                <a:spcPct val="108000"/>
              </a:lnSpc>
              <a:spcAft>
                <a:spcPts val="300"/>
              </a:spcAft>
            </a:pPr>
            <a:r>
              <a:rPr sz="2325" b="1">
                <a:solidFill>
                  <a:srgbClr val="053238"/>
                </a:solidFill>
                <a:latin typeface="Arial Black"/>
              </a:rPr>
              <a:t>Organic food is thriving. Buying it isn't.</a:t>
            </a:r>
          </a:p>
          <a:p>
            <a:pPr algn="l">
              <a:lnSpc>
                <a:spcPct val="108000"/>
              </a:lnSpc>
              <a:spcAft>
                <a:spcPts val="0"/>
              </a:spcAft>
            </a:pPr>
            <a:r>
              <a:rPr sz="1088" b="0">
                <a:solidFill>
                  <a:srgbClr val="44655F"/>
                </a:solidFill>
                <a:latin typeface="Arial"/>
              </a:rPr>
              <a:t>What we heard in the client interview on 6 July.</a:t>
            </a:r>
          </a:p>
        </p:txBody>
      </p:sp>
      <p:sp>
        <p:nvSpPr>
          <p:cNvPr id="4" name="Rounded Rectangle 3"/>
          <p:cNvSpPr/>
          <p:nvPr/>
        </p:nvSpPr>
        <p:spPr>
          <a:xfrm>
            <a:off x="319925" y="1474470"/>
            <a:ext cx="2674620" cy="2297430"/>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162" b="1">
                <a:solidFill>
                  <a:srgbClr val="053238"/>
                </a:solidFill>
                <a:latin typeface="Arial"/>
              </a:rPr>
              <a:t>Customers want traceability</a:t>
            </a:r>
          </a:p>
          <a:p>
            <a:pPr algn="l">
              <a:lnSpc>
                <a:spcPct val="105000"/>
              </a:lnSpc>
            </a:pPr>
            <a:r>
              <a:rPr sz="900">
                <a:solidFill>
                  <a:srgbClr val="44655F"/>
                </a:solidFill>
                <a:latin typeface="Arial"/>
              </a:rPr>
              <a:t>Shoppers want organic produce and want to know exactly which farm it came from. Today that means juggling separate farm shops, separate baskets, separate deliveries — and separate payments for every single one.</a:t>
            </a:r>
          </a:p>
        </p:txBody>
      </p:sp>
      <p:sp>
        <p:nvSpPr>
          <p:cNvPr id="5" name="Rectangle 4"/>
          <p:cNvSpPr/>
          <p:nvPr/>
        </p:nvSpPr>
        <p:spPr>
          <a:xfrm>
            <a:off x="415937" y="366217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34575" y="1474470"/>
            <a:ext cx="2674620" cy="2297430"/>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162" b="1">
                <a:solidFill>
                  <a:srgbClr val="053238"/>
                </a:solidFill>
                <a:latin typeface="Arial"/>
              </a:rPr>
              <a:t>Small suppliers lack reach</a:t>
            </a:r>
          </a:p>
          <a:p>
            <a:pPr algn="l">
              <a:lnSpc>
                <a:spcPct val="105000"/>
              </a:lnSpc>
            </a:pPr>
            <a:r>
              <a:rPr sz="900">
                <a:solidFill>
                  <a:srgbClr val="44655F"/>
                </a:solidFill>
                <a:latin typeface="Arial"/>
              </a:rPr>
              <a:t>Independent organic farms rarely have the time or budget for their own online store. On big marketplaces they get buried, lose their identity, and give up control of pricing and stock.</a:t>
            </a:r>
          </a:p>
        </p:txBody>
      </p:sp>
      <p:sp>
        <p:nvSpPr>
          <p:cNvPr id="7" name="Rectangle 6"/>
          <p:cNvSpPr/>
          <p:nvPr/>
        </p:nvSpPr>
        <p:spPr>
          <a:xfrm>
            <a:off x="3330587" y="366217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49225" y="1474470"/>
            <a:ext cx="2674620" cy="2297430"/>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162" b="1">
                <a:solidFill>
                  <a:srgbClr val="053238"/>
                </a:solidFill>
                <a:latin typeface="Arial"/>
              </a:rPr>
              <a:t>Nobody joins the two</a:t>
            </a:r>
          </a:p>
          <a:p>
            <a:pPr algn="l">
              <a:lnSpc>
                <a:spcPct val="105000"/>
              </a:lnSpc>
            </a:pPr>
            <a:r>
              <a:rPr sz="900">
                <a:solidFill>
                  <a:srgbClr val="44655F"/>
                </a:solidFill>
                <a:latin typeface="Arial"/>
              </a:rPr>
              <a:t>There is no UK marketplace where one basket can span many vetted organic farms with a single checkout — while each farm still ships its own produce and keeps its own brand front and centre.</a:t>
            </a:r>
          </a:p>
        </p:txBody>
      </p:sp>
      <p:sp>
        <p:nvSpPr>
          <p:cNvPr id="9" name="Rectangle 8"/>
          <p:cNvSpPr/>
          <p:nvPr/>
        </p:nvSpPr>
        <p:spPr>
          <a:xfrm>
            <a:off x="6245237" y="366217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311146" y="4080510"/>
            <a:ext cx="4526280" cy="342900"/>
          </a:xfrm>
          <a:prstGeom prst="roundRect">
            <a:avLst>
              <a:gd name="adj" fmla="val 50000"/>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975" b="1">
                <a:solidFill>
                  <a:srgbClr val="FFFFFF"/>
                </a:solidFill>
                <a:latin typeface="Arial"/>
              </a:rPr>
              <a:t>The gap in the market is the connection — that's Shop Well.</a:t>
            </a:r>
          </a:p>
        </p:txBody>
      </p:sp>
      <p:sp>
        <p:nvSpPr>
          <p:cNvPr id="11" name="TextBox 10"/>
          <p:cNvSpPr txBox="1"/>
          <p:nvPr/>
        </p:nvSpPr>
        <p:spPr>
          <a:xfrm>
            <a:off x="377190" y="4834890"/>
            <a:ext cx="8366760" cy="240030"/>
          </a:xfrm>
          <a:prstGeom prst="rect">
            <a:avLst/>
          </a:prstGeom>
          <a:noFill/>
        </p:spPr>
        <p:txBody>
          <a:bodyPr wrap="none">
            <a:spAutoFit/>
          </a:bodyPr>
          <a:lstStyle/>
          <a:p>
            <a:r>
              <a:rPr sz="750">
                <a:solidFill>
                  <a:srgbClr val="44655F"/>
                </a:solidFill>
                <a:latin typeface="Arial"/>
              </a:rPr>
              <a:t>Shop Well — client pitch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2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88036"/>
            <a:ext cx="8366760" cy="994410"/>
          </a:xfrm>
          <a:prstGeom prst="rect">
            <a:avLst/>
          </a:prstGeom>
          <a:noFill/>
        </p:spPr>
        <p:txBody>
          <a:bodyPr wrap="square" anchor="t" lIns="0" rIns="0" tIns="0" bIns="0">
            <a:spAutoFit/>
          </a:bodyPr>
          <a:lstStyle/>
          <a:p>
            <a:pPr algn="l">
              <a:lnSpc>
                <a:spcPct val="108000"/>
              </a:lnSpc>
              <a:spcAft>
                <a:spcPts val="450"/>
              </a:spcAft>
            </a:pPr>
            <a:r>
              <a:rPr sz="938" b="1">
                <a:solidFill>
                  <a:srgbClr val="940758"/>
                </a:solidFill>
                <a:latin typeface="Arial"/>
              </a:rPr>
              <a:t>THE SOLUTION</a:t>
            </a:r>
          </a:p>
          <a:p>
            <a:pPr algn="l">
              <a:lnSpc>
                <a:spcPct val="108000"/>
              </a:lnSpc>
              <a:spcAft>
                <a:spcPts val="300"/>
              </a:spcAft>
            </a:pPr>
            <a:r>
              <a:rPr sz="2325" b="1">
                <a:solidFill>
                  <a:srgbClr val="053238"/>
                </a:solidFill>
                <a:latin typeface="Arial Black"/>
              </a:rPr>
              <a:t>One marketplace. Every farm keeps its name on the box.</a:t>
            </a:r>
          </a:p>
          <a:p>
            <a:pPr algn="l">
              <a:lnSpc>
                <a:spcPct val="108000"/>
              </a:lnSpc>
              <a:spcAft>
                <a:spcPts val="0"/>
              </a:spcAft>
            </a:pPr>
            <a:r>
              <a:rPr sz="1088" b="0">
                <a:solidFill>
                  <a:srgbClr val="44655F"/>
                </a:solidFill>
                <a:latin typeface="Arial"/>
              </a:rPr>
              <a:t>Shop Well connects customers to vetted organic suppliers — and takes care of everything in between.</a:t>
            </a:r>
          </a:p>
        </p:txBody>
      </p:sp>
      <p:sp>
        <p:nvSpPr>
          <p:cNvPr id="4" name="Rounded Rectangle 3"/>
          <p:cNvSpPr/>
          <p:nvPr/>
        </p:nvSpPr>
        <p:spPr>
          <a:xfrm>
            <a:off x="388505" y="1508760"/>
            <a:ext cx="4046220" cy="1405889"/>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125" b="1">
                <a:solidFill>
                  <a:srgbClr val="053238"/>
                </a:solidFill>
                <a:latin typeface="Arial"/>
              </a:rPr>
              <a:t>One basket, one payment</a:t>
            </a:r>
          </a:p>
          <a:p>
            <a:pPr algn="l">
              <a:lnSpc>
                <a:spcPct val="105000"/>
              </a:lnSpc>
            </a:pPr>
            <a:r>
              <a:rPr sz="900">
                <a:solidFill>
                  <a:srgbClr val="44655F"/>
                </a:solidFill>
                <a:latin typeface="Arial"/>
              </a:rPr>
              <a:t>Customers fill a single basket from any number of farms and pay once. Behind the scenes the payment is split per supplier automatically — Shop Well retains a 10% commission on each sale.</a:t>
            </a:r>
          </a:p>
        </p:txBody>
      </p:sp>
      <p:sp>
        <p:nvSpPr>
          <p:cNvPr id="5" name="Rectangle 4"/>
          <p:cNvSpPr/>
          <p:nvPr/>
        </p:nvSpPr>
        <p:spPr>
          <a:xfrm>
            <a:off x="484517" y="280492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709045" y="1508760"/>
            <a:ext cx="4046220" cy="1405889"/>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125" b="1">
                <a:solidFill>
                  <a:srgbClr val="053238"/>
                </a:solidFill>
                <a:latin typeface="Arial"/>
              </a:rPr>
              <a:t>Vetted suppliers only</a:t>
            </a:r>
          </a:p>
          <a:p>
            <a:pPr algn="l">
              <a:lnSpc>
                <a:spcPct val="105000"/>
              </a:lnSpc>
            </a:pPr>
            <a:r>
              <a:rPr sz="900">
                <a:solidFill>
                  <a:srgbClr val="44655F"/>
                </a:solidFill>
                <a:latin typeface="Arial"/>
              </a:rPr>
              <a:t>Every supplier is approved by a Shop Well admin before a single listing goes live: organic certification, food safety and shipping capability are checked first. Trust is the product.</a:t>
            </a:r>
          </a:p>
        </p:txBody>
      </p:sp>
      <p:sp>
        <p:nvSpPr>
          <p:cNvPr id="7" name="Rectangle 6"/>
          <p:cNvSpPr/>
          <p:nvPr/>
        </p:nvSpPr>
        <p:spPr>
          <a:xfrm>
            <a:off x="4805057" y="280492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88505" y="3154680"/>
            <a:ext cx="4046220" cy="1405889"/>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125" b="1">
                <a:solidFill>
                  <a:srgbClr val="053238"/>
                </a:solidFill>
                <a:latin typeface="Arial"/>
              </a:rPr>
              <a:t>Suppliers stay in control</a:t>
            </a:r>
          </a:p>
          <a:p>
            <a:pPr algn="l">
              <a:lnSpc>
                <a:spcPct val="105000"/>
              </a:lnSpc>
            </a:pPr>
            <a:r>
              <a:rPr sz="900">
                <a:solidFill>
                  <a:srgbClr val="44655F"/>
                </a:solidFill>
                <a:latin typeface="Arial"/>
              </a:rPr>
              <a:t>Each farm manages its own listings, photos, prices and stock in a plain-English portal built for non-technical users. Stock hits zero? The item shows 'Sold out' in the shop instantly.</a:t>
            </a:r>
          </a:p>
        </p:txBody>
      </p:sp>
      <p:sp>
        <p:nvSpPr>
          <p:cNvPr id="9" name="Rectangle 8"/>
          <p:cNvSpPr/>
          <p:nvPr/>
        </p:nvSpPr>
        <p:spPr>
          <a:xfrm>
            <a:off x="484517" y="4450841"/>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709045" y="3154680"/>
            <a:ext cx="4046220" cy="1405889"/>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125" b="1">
                <a:solidFill>
                  <a:srgbClr val="053238"/>
                </a:solidFill>
                <a:latin typeface="Arial"/>
              </a:rPr>
              <a:t>Support built in</a:t>
            </a:r>
          </a:p>
          <a:p>
            <a:pPr algn="l">
              <a:lnSpc>
                <a:spcPct val="105000"/>
              </a:lnSpc>
            </a:pPr>
            <a:r>
              <a:rPr sz="900">
                <a:solidFill>
                  <a:srgbClr val="44655F"/>
                </a:solidFill>
                <a:latin typeface="Arial"/>
              </a:rPr>
              <a:t>'Ask Shop Well', the built-in assistant, answers order-status questions from live order data — and hands off to a human, with the full conversation attached, the moment it should.</a:t>
            </a:r>
          </a:p>
        </p:txBody>
      </p:sp>
      <p:sp>
        <p:nvSpPr>
          <p:cNvPr id="11" name="Rectangle 10"/>
          <p:cNvSpPr/>
          <p:nvPr/>
        </p:nvSpPr>
        <p:spPr>
          <a:xfrm>
            <a:off x="4805057" y="4450841"/>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7190" y="4834890"/>
            <a:ext cx="8366760" cy="240030"/>
          </a:xfrm>
          <a:prstGeom prst="rect">
            <a:avLst/>
          </a:prstGeom>
          <a:noFill/>
        </p:spPr>
        <p:txBody>
          <a:bodyPr wrap="none">
            <a:spAutoFit/>
          </a:bodyPr>
          <a:lstStyle/>
          <a:p>
            <a:r>
              <a:rPr sz="750">
                <a:solidFill>
                  <a:srgbClr val="44655F"/>
                </a:solidFill>
                <a:latin typeface="Arial"/>
              </a:rPr>
              <a:t>Shop Well — client pitch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2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88036"/>
            <a:ext cx="8366760" cy="994410"/>
          </a:xfrm>
          <a:prstGeom prst="rect">
            <a:avLst/>
          </a:prstGeom>
          <a:noFill/>
        </p:spPr>
        <p:txBody>
          <a:bodyPr wrap="square" anchor="t" lIns="0" rIns="0" tIns="0" bIns="0">
            <a:spAutoFit/>
          </a:bodyPr>
          <a:lstStyle/>
          <a:p>
            <a:pPr algn="l">
              <a:lnSpc>
                <a:spcPct val="108000"/>
              </a:lnSpc>
              <a:spcAft>
                <a:spcPts val="450"/>
              </a:spcAft>
            </a:pPr>
            <a:r>
              <a:rPr sz="938" b="1">
                <a:solidFill>
                  <a:srgbClr val="940758"/>
                </a:solidFill>
                <a:latin typeface="Arial"/>
              </a:rPr>
              <a:t>THE PRODUCT TODAY</a:t>
            </a:r>
          </a:p>
          <a:p>
            <a:pPr algn="l">
              <a:lnSpc>
                <a:spcPct val="108000"/>
              </a:lnSpc>
              <a:spcAft>
                <a:spcPts val="300"/>
              </a:spcAft>
            </a:pPr>
            <a:r>
              <a:rPr sz="2325" b="1">
                <a:solidFill>
                  <a:srgbClr val="053238"/>
                </a:solidFill>
                <a:latin typeface="Arial Black"/>
              </a:rPr>
              <a:t>A working prototype — not a mock-up</a:t>
            </a:r>
          </a:p>
          <a:p>
            <a:pPr algn="l">
              <a:lnSpc>
                <a:spcPct val="108000"/>
              </a:lnSpc>
              <a:spcAft>
                <a:spcPts val="0"/>
              </a:spcAft>
            </a:pPr>
            <a:r>
              <a:rPr sz="1088" b="0">
                <a:solidFill>
                  <a:srgbClr val="44655F"/>
                </a:solidFill>
                <a:latin typeface="Arial"/>
              </a:rPr>
              <a:t>Every surface below is live in the build you'll see in the demo. It runs from a double-click, in Docker, or in the cloud.</a:t>
            </a:r>
          </a:p>
        </p:txBody>
      </p:sp>
      <p:sp>
        <p:nvSpPr>
          <p:cNvPr id="4" name="Rounded Rectangle 3"/>
          <p:cNvSpPr/>
          <p:nvPr/>
        </p:nvSpPr>
        <p:spPr>
          <a:xfrm>
            <a:off x="302780" y="1543050"/>
            <a:ext cx="2708910" cy="1337310"/>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050" b="1">
                <a:solidFill>
                  <a:srgbClr val="053238"/>
                </a:solidFill>
                <a:latin typeface="Arial"/>
              </a:rPr>
              <a:t>Landing page</a:t>
            </a:r>
          </a:p>
          <a:p>
            <a:pPr algn="l">
              <a:lnSpc>
                <a:spcPct val="105000"/>
              </a:lnSpc>
            </a:pPr>
            <a:r>
              <a:rPr sz="825">
                <a:solidFill>
                  <a:srgbClr val="44655F"/>
                </a:solidFill>
                <a:latin typeface="Arial"/>
              </a:rPr>
              <a:t>The Shop Well brand: market-awning header, real produce photography, 'how it works' in three steps, and the vetted-supplier promise.</a:t>
            </a:r>
          </a:p>
        </p:txBody>
      </p:sp>
      <p:sp>
        <p:nvSpPr>
          <p:cNvPr id="5" name="Rectangle 4"/>
          <p:cNvSpPr/>
          <p:nvPr/>
        </p:nvSpPr>
        <p:spPr>
          <a:xfrm>
            <a:off x="398792" y="277063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17430" y="1543050"/>
            <a:ext cx="2708910" cy="1337310"/>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050" b="1">
                <a:solidFill>
                  <a:srgbClr val="053238"/>
                </a:solidFill>
                <a:latin typeface="Arial"/>
              </a:rPr>
              <a:t>Customer shop</a:t>
            </a:r>
          </a:p>
          <a:p>
            <a:pPr algn="l">
              <a:lnSpc>
                <a:spcPct val="105000"/>
              </a:lnSpc>
            </a:pPr>
            <a:r>
              <a:rPr sz="825">
                <a:solidFill>
                  <a:srgbClr val="44655F"/>
                </a:solidFill>
                <a:latin typeface="Arial"/>
              </a:rPr>
              <a:t>Search and filters (category, supplier, price, dietary tags), supplier name on every card, live stock — sold-out items can't be added.</a:t>
            </a:r>
          </a:p>
        </p:txBody>
      </p:sp>
      <p:sp>
        <p:nvSpPr>
          <p:cNvPr id="7" name="Rectangle 6"/>
          <p:cNvSpPr/>
          <p:nvPr/>
        </p:nvSpPr>
        <p:spPr>
          <a:xfrm>
            <a:off x="3313442" y="277063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32080" y="1543050"/>
            <a:ext cx="2708910" cy="1337310"/>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050" b="1">
                <a:solidFill>
                  <a:srgbClr val="053238"/>
                </a:solidFill>
                <a:latin typeface="Arial"/>
              </a:rPr>
              <a:t>Basket &amp; checkout</a:t>
            </a:r>
          </a:p>
          <a:p>
            <a:pPr algn="l">
              <a:lnSpc>
                <a:spcPct val="105000"/>
              </a:lnSpc>
            </a:pPr>
            <a:r>
              <a:rPr sz="825">
                <a:solidFill>
                  <a:srgbClr val="44655F"/>
                </a:solidFill>
                <a:latin typeface="Arial"/>
              </a:rPr>
              <a:t>One basket grouped by supplier with a single total; one payment; confirmation splits into per-supplier shipments with tracking.</a:t>
            </a:r>
          </a:p>
        </p:txBody>
      </p:sp>
      <p:sp>
        <p:nvSpPr>
          <p:cNvPr id="9" name="Rectangle 8"/>
          <p:cNvSpPr/>
          <p:nvPr/>
        </p:nvSpPr>
        <p:spPr>
          <a:xfrm>
            <a:off x="6228092" y="277063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02780" y="3120390"/>
            <a:ext cx="2708910" cy="1337310"/>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050" b="1">
                <a:solidFill>
                  <a:srgbClr val="053238"/>
                </a:solidFill>
                <a:latin typeface="Arial"/>
              </a:rPr>
              <a:t>Supplier portal</a:t>
            </a:r>
          </a:p>
          <a:p>
            <a:pPr algn="l">
              <a:lnSpc>
                <a:spcPct val="105000"/>
              </a:lnSpc>
            </a:pPr>
            <a:r>
              <a:rPr sz="825">
                <a:solidFill>
                  <a:srgbClr val="44655F"/>
                </a:solidFill>
                <a:latin typeface="Arial"/>
              </a:rPr>
              <a:t>Listings with photo upload, in-place price and stock edits, per-supplier order views, fulfilment statuses and payout figures.</a:t>
            </a:r>
          </a:p>
        </p:txBody>
      </p:sp>
      <p:sp>
        <p:nvSpPr>
          <p:cNvPr id="11" name="Rectangle 10"/>
          <p:cNvSpPr/>
          <p:nvPr/>
        </p:nvSpPr>
        <p:spPr>
          <a:xfrm>
            <a:off x="398792" y="434797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17430" y="3120390"/>
            <a:ext cx="2708910" cy="1337310"/>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050" b="1">
                <a:solidFill>
                  <a:srgbClr val="053238"/>
                </a:solidFill>
                <a:latin typeface="Arial"/>
              </a:rPr>
              <a:t>Admin console</a:t>
            </a:r>
          </a:p>
          <a:p>
            <a:pPr algn="l">
              <a:lnSpc>
                <a:spcPct val="105000"/>
              </a:lnSpc>
            </a:pPr>
            <a:r>
              <a:rPr sz="825">
                <a:solidFill>
                  <a:srgbClr val="44655F"/>
                </a:solidFill>
                <a:latin typeface="Arial"/>
              </a:rPr>
              <a:t>Supplier approval queue, marketplace-wide orders, refunds and commission, and fulfilment flags on struggling suppliers.</a:t>
            </a:r>
          </a:p>
        </p:txBody>
      </p:sp>
      <p:sp>
        <p:nvSpPr>
          <p:cNvPr id="13" name="Rectangle 12"/>
          <p:cNvSpPr/>
          <p:nvPr/>
        </p:nvSpPr>
        <p:spPr>
          <a:xfrm>
            <a:off x="3313442" y="434797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132080" y="3120390"/>
            <a:ext cx="2708910" cy="1337310"/>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050" b="1">
                <a:solidFill>
                  <a:srgbClr val="053238"/>
                </a:solidFill>
                <a:latin typeface="Arial"/>
              </a:rPr>
              <a:t>'Ask Shop Well' assistant</a:t>
            </a:r>
          </a:p>
          <a:p>
            <a:pPr algn="l">
              <a:lnSpc>
                <a:spcPct val="105000"/>
              </a:lnSpc>
            </a:pPr>
            <a:r>
              <a:rPr sz="825">
                <a:solidFill>
                  <a:srgbClr val="44655F"/>
                </a:solidFill>
                <a:latin typeface="Arial"/>
              </a:rPr>
              <a:t>Answers from live order data, supplier self-serve help, and escalation to Customer Care with the full conversation context.</a:t>
            </a:r>
          </a:p>
        </p:txBody>
      </p:sp>
      <p:sp>
        <p:nvSpPr>
          <p:cNvPr id="15" name="Rectangle 14"/>
          <p:cNvSpPr/>
          <p:nvPr/>
        </p:nvSpPr>
        <p:spPr>
          <a:xfrm>
            <a:off x="6228092" y="434797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551176" y="4457700"/>
            <a:ext cx="4046220" cy="308610"/>
          </a:xfrm>
          <a:prstGeom prst="roundRect">
            <a:avLst>
              <a:gd name="adj" fmla="val 50000"/>
            </a:avLst>
          </a:prstGeom>
          <a:solidFill>
            <a:srgbClr val="E7F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900" b="1">
                <a:solidFill>
                  <a:srgbClr val="03222B"/>
                </a:solidFill>
                <a:latin typeface="Arial"/>
              </a:rPr>
              <a:t>Sign-in and sign-up work for all three roles — customer, supplier, admin.</a:t>
            </a:r>
          </a:p>
        </p:txBody>
      </p:sp>
      <p:sp>
        <p:nvSpPr>
          <p:cNvPr id="17" name="TextBox 16"/>
          <p:cNvSpPr txBox="1"/>
          <p:nvPr/>
        </p:nvSpPr>
        <p:spPr>
          <a:xfrm>
            <a:off x="377190" y="4834890"/>
            <a:ext cx="8366760" cy="240030"/>
          </a:xfrm>
          <a:prstGeom prst="rect">
            <a:avLst/>
          </a:prstGeom>
          <a:noFill/>
        </p:spPr>
        <p:txBody>
          <a:bodyPr wrap="none">
            <a:spAutoFit/>
          </a:bodyPr>
          <a:lstStyle/>
          <a:p>
            <a:r>
              <a:rPr sz="750">
                <a:solidFill>
                  <a:srgbClr val="44655F"/>
                </a:solidFill>
                <a:latin typeface="Arial"/>
              </a:rPr>
              <a:t>Shop Well — client pitch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2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88036"/>
            <a:ext cx="8366760" cy="994410"/>
          </a:xfrm>
          <a:prstGeom prst="rect">
            <a:avLst/>
          </a:prstGeom>
          <a:noFill/>
        </p:spPr>
        <p:txBody>
          <a:bodyPr wrap="square" anchor="t" lIns="0" rIns="0" tIns="0" bIns="0">
            <a:spAutoFit/>
          </a:bodyPr>
          <a:lstStyle/>
          <a:p>
            <a:pPr algn="l">
              <a:lnSpc>
                <a:spcPct val="108000"/>
              </a:lnSpc>
              <a:spcAft>
                <a:spcPts val="450"/>
              </a:spcAft>
            </a:pPr>
            <a:r>
              <a:rPr sz="938" b="1">
                <a:solidFill>
                  <a:srgbClr val="940758"/>
                </a:solidFill>
                <a:latin typeface="Arial"/>
              </a:rPr>
              <a:t>NAVIGATING THE SITE — CUSTOMER</a:t>
            </a:r>
          </a:p>
          <a:p>
            <a:pPr algn="l">
              <a:lnSpc>
                <a:spcPct val="108000"/>
              </a:lnSpc>
              <a:spcAft>
                <a:spcPts val="300"/>
              </a:spcAft>
            </a:pPr>
            <a:r>
              <a:rPr sz="2325" b="1">
                <a:solidFill>
                  <a:srgbClr val="053238"/>
                </a:solidFill>
                <a:latin typeface="Arial Black"/>
              </a:rPr>
              <a:t>From landing page to doorstep in eight steps</a:t>
            </a:r>
          </a:p>
        </p:txBody>
      </p:sp>
      <p:sp>
        <p:nvSpPr>
          <p:cNvPr id="4" name="Rounded Rectangle 3"/>
          <p:cNvSpPr/>
          <p:nvPr/>
        </p:nvSpPr>
        <p:spPr>
          <a:xfrm>
            <a:off x="230771" y="1337310"/>
            <a:ext cx="1954530" cy="1110996"/>
          </a:xfrm>
          <a:prstGeom prst="roundRect">
            <a:avLst>
              <a:gd name="adj" fmla="val 12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Landing page</a:t>
            </a:r>
          </a:p>
          <a:p>
            <a:pPr algn="l">
              <a:lnSpc>
                <a:spcPct val="105000"/>
              </a:lnSpc>
            </a:pPr>
            <a:r>
              <a:rPr sz="788">
                <a:solidFill>
                  <a:srgbClr val="44655F"/>
                </a:solidFill>
                <a:latin typeface="Arial"/>
              </a:rPr>
              <a:t>Click 'Shop the market' to enter the catalogue.</a:t>
            </a:r>
          </a:p>
        </p:txBody>
      </p:sp>
      <p:sp>
        <p:nvSpPr>
          <p:cNvPr id="5" name="Oval 4"/>
          <p:cNvSpPr/>
          <p:nvPr/>
        </p:nvSpPr>
        <p:spPr>
          <a:xfrm>
            <a:off x="148475" y="1255014"/>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1</a:t>
            </a:r>
          </a:p>
        </p:txBody>
      </p:sp>
      <p:sp>
        <p:nvSpPr>
          <p:cNvPr id="6" name="Rounded Rectangle 5"/>
          <p:cNvSpPr/>
          <p:nvPr/>
        </p:nvSpPr>
        <p:spPr>
          <a:xfrm>
            <a:off x="2473337" y="1337310"/>
            <a:ext cx="1954530" cy="1110996"/>
          </a:xfrm>
          <a:prstGeom prst="roundRect">
            <a:avLst>
              <a:gd name="adj" fmla="val 12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Browse &amp; search</a:t>
            </a:r>
          </a:p>
          <a:p>
            <a:pPr algn="l">
              <a:lnSpc>
                <a:spcPct val="105000"/>
              </a:lnSpc>
            </a:pPr>
            <a:r>
              <a:rPr sz="788">
                <a:solidFill>
                  <a:srgbClr val="44655F"/>
                </a:solidFill>
                <a:latin typeface="Arial"/>
              </a:rPr>
              <a:t>Search box plus filters: category, supplier, dietary tags, price per unit.</a:t>
            </a:r>
          </a:p>
        </p:txBody>
      </p:sp>
      <p:sp>
        <p:nvSpPr>
          <p:cNvPr id="7" name="Oval 6"/>
          <p:cNvSpPr/>
          <p:nvPr/>
        </p:nvSpPr>
        <p:spPr>
          <a:xfrm>
            <a:off x="2391041" y="1255014"/>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2</a:t>
            </a:r>
          </a:p>
        </p:txBody>
      </p:sp>
      <p:sp>
        <p:nvSpPr>
          <p:cNvPr id="8" name="Rounded Rectangle 7"/>
          <p:cNvSpPr/>
          <p:nvPr/>
        </p:nvSpPr>
        <p:spPr>
          <a:xfrm>
            <a:off x="4715903" y="1337310"/>
            <a:ext cx="1954530" cy="1110996"/>
          </a:xfrm>
          <a:prstGeom prst="roundRect">
            <a:avLst>
              <a:gd name="adj" fmla="val 12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Product card</a:t>
            </a:r>
          </a:p>
          <a:p>
            <a:pPr algn="l">
              <a:lnSpc>
                <a:spcPct val="105000"/>
              </a:lnSpc>
            </a:pPr>
            <a:r>
              <a:rPr sz="788">
                <a:solidFill>
                  <a:srgbClr val="44655F"/>
                </a:solidFill>
                <a:latin typeface="Arial"/>
              </a:rPr>
              <a:t>Supplier name and location, price, stock and best-before on every card. Sold out = can't be added.</a:t>
            </a:r>
          </a:p>
        </p:txBody>
      </p:sp>
      <p:sp>
        <p:nvSpPr>
          <p:cNvPr id="9" name="Oval 8"/>
          <p:cNvSpPr/>
          <p:nvPr/>
        </p:nvSpPr>
        <p:spPr>
          <a:xfrm>
            <a:off x="4633607" y="1255014"/>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3</a:t>
            </a:r>
          </a:p>
        </p:txBody>
      </p:sp>
      <p:sp>
        <p:nvSpPr>
          <p:cNvPr id="10" name="Rounded Rectangle 9"/>
          <p:cNvSpPr/>
          <p:nvPr/>
        </p:nvSpPr>
        <p:spPr>
          <a:xfrm>
            <a:off x="6958469" y="1337310"/>
            <a:ext cx="1954530" cy="1110996"/>
          </a:xfrm>
          <a:prstGeom prst="roundRect">
            <a:avLst>
              <a:gd name="adj" fmla="val 12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Add to basket</a:t>
            </a:r>
          </a:p>
          <a:p>
            <a:pPr algn="l">
              <a:lnSpc>
                <a:spcPct val="105000"/>
              </a:lnSpc>
            </a:pPr>
            <a:r>
              <a:rPr sz="788">
                <a:solidFill>
                  <a:srgbClr val="44655F"/>
                </a:solidFill>
                <a:latin typeface="Arial"/>
              </a:rPr>
              <a:t>One basket across every farm. Quantities are capped at available stock.</a:t>
            </a:r>
          </a:p>
        </p:txBody>
      </p:sp>
      <p:sp>
        <p:nvSpPr>
          <p:cNvPr id="11" name="Oval 10"/>
          <p:cNvSpPr/>
          <p:nvPr/>
        </p:nvSpPr>
        <p:spPr>
          <a:xfrm>
            <a:off x="6876173" y="1255014"/>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4</a:t>
            </a:r>
          </a:p>
        </p:txBody>
      </p:sp>
      <p:sp>
        <p:nvSpPr>
          <p:cNvPr id="12" name="Rounded Rectangle 11"/>
          <p:cNvSpPr/>
          <p:nvPr/>
        </p:nvSpPr>
        <p:spPr>
          <a:xfrm>
            <a:off x="6958469" y="2942082"/>
            <a:ext cx="1954530" cy="1110996"/>
          </a:xfrm>
          <a:prstGeom prst="roundRect">
            <a:avLst>
              <a:gd name="adj" fmla="val 12000"/>
            </a:avLst>
          </a:prstGeom>
          <a:solidFill>
            <a:srgbClr val="E7FBD9"/>
          </a:solidFill>
          <a:ln w="11906">
            <a:solidFill>
              <a:srgbClr val="8EF050"/>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Checkout</a:t>
            </a:r>
          </a:p>
          <a:p>
            <a:pPr algn="l">
              <a:lnSpc>
                <a:spcPct val="105000"/>
              </a:lnSpc>
            </a:pPr>
            <a:r>
              <a:rPr sz="788">
                <a:solidFill>
                  <a:srgbClr val="44655F"/>
                </a:solidFill>
                <a:latin typeface="Arial"/>
              </a:rPr>
              <a:t>Sign in or create an account; details prefill. One payment — card data never touches Shop Well.</a:t>
            </a:r>
          </a:p>
        </p:txBody>
      </p:sp>
      <p:sp>
        <p:nvSpPr>
          <p:cNvPr id="13" name="Oval 12"/>
          <p:cNvSpPr/>
          <p:nvPr/>
        </p:nvSpPr>
        <p:spPr>
          <a:xfrm>
            <a:off x="6876173" y="2859786"/>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5</a:t>
            </a:r>
          </a:p>
        </p:txBody>
      </p:sp>
      <p:sp>
        <p:nvSpPr>
          <p:cNvPr id="14" name="Rounded Rectangle 13"/>
          <p:cNvSpPr/>
          <p:nvPr/>
        </p:nvSpPr>
        <p:spPr>
          <a:xfrm>
            <a:off x="4715903" y="2942082"/>
            <a:ext cx="1954530" cy="1110996"/>
          </a:xfrm>
          <a:prstGeom prst="roundRect">
            <a:avLst>
              <a:gd name="adj" fmla="val 12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Confirmation</a:t>
            </a:r>
          </a:p>
          <a:p>
            <a:pPr algn="l">
              <a:lnSpc>
                <a:spcPct val="105000"/>
              </a:lnSpc>
            </a:pPr>
            <a:r>
              <a:rPr sz="788">
                <a:solidFill>
                  <a:srgbClr val="44655F"/>
                </a:solidFill>
                <a:latin typeface="Arial"/>
              </a:rPr>
              <a:t>The order splits into per-supplier shipments, each with its own status and tracking.</a:t>
            </a:r>
          </a:p>
        </p:txBody>
      </p:sp>
      <p:sp>
        <p:nvSpPr>
          <p:cNvPr id="15" name="Oval 14"/>
          <p:cNvSpPr/>
          <p:nvPr/>
        </p:nvSpPr>
        <p:spPr>
          <a:xfrm>
            <a:off x="4633607" y="2859786"/>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6</a:t>
            </a:r>
          </a:p>
        </p:txBody>
      </p:sp>
      <p:sp>
        <p:nvSpPr>
          <p:cNvPr id="16" name="Rounded Rectangle 15"/>
          <p:cNvSpPr/>
          <p:nvPr/>
        </p:nvSpPr>
        <p:spPr>
          <a:xfrm>
            <a:off x="2473337" y="2942082"/>
            <a:ext cx="1954530" cy="1110996"/>
          </a:xfrm>
          <a:prstGeom prst="roundRect">
            <a:avLst>
              <a:gd name="adj" fmla="val 12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My orders</a:t>
            </a:r>
          </a:p>
          <a:p>
            <a:pPr algn="l">
              <a:lnSpc>
                <a:spcPct val="105000"/>
              </a:lnSpc>
            </a:pPr>
            <a:r>
              <a:rPr sz="788">
                <a:solidFill>
                  <a:srgbClr val="44655F"/>
                </a:solidFill>
                <a:latin typeface="Arial"/>
              </a:rPr>
              <a:t>Track every shipment: Placed → Packed → Shipped → Delivered. Refunds appear here too.</a:t>
            </a:r>
          </a:p>
        </p:txBody>
      </p:sp>
      <p:sp>
        <p:nvSpPr>
          <p:cNvPr id="17" name="Oval 16"/>
          <p:cNvSpPr/>
          <p:nvPr/>
        </p:nvSpPr>
        <p:spPr>
          <a:xfrm>
            <a:off x="2391041" y="2859786"/>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7</a:t>
            </a:r>
          </a:p>
        </p:txBody>
      </p:sp>
      <p:sp>
        <p:nvSpPr>
          <p:cNvPr id="18" name="Rounded Rectangle 17"/>
          <p:cNvSpPr/>
          <p:nvPr/>
        </p:nvSpPr>
        <p:spPr>
          <a:xfrm>
            <a:off x="230771" y="2942082"/>
            <a:ext cx="1954530" cy="1110996"/>
          </a:xfrm>
          <a:prstGeom prst="roundRect">
            <a:avLst>
              <a:gd name="adj" fmla="val 12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Need help?</a:t>
            </a:r>
          </a:p>
          <a:p>
            <a:pPr algn="l">
              <a:lnSpc>
                <a:spcPct val="105000"/>
              </a:lnSpc>
            </a:pPr>
            <a:r>
              <a:rPr sz="788">
                <a:solidFill>
                  <a:srgbClr val="44655F"/>
                </a:solidFill>
                <a:latin typeface="Arial"/>
              </a:rPr>
              <a:t>'Ask Shop Well' answers from your live orders; refunds go to a human with context.</a:t>
            </a:r>
          </a:p>
        </p:txBody>
      </p:sp>
      <p:sp>
        <p:nvSpPr>
          <p:cNvPr id="19" name="Oval 18"/>
          <p:cNvSpPr/>
          <p:nvPr/>
        </p:nvSpPr>
        <p:spPr>
          <a:xfrm>
            <a:off x="148475" y="2859786"/>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8</a:t>
            </a:r>
          </a:p>
        </p:txBody>
      </p:sp>
      <p:cxnSp>
        <p:nvCxnSpPr>
          <p:cNvPr id="20" name="Connector 19"/>
          <p:cNvCxnSpPr/>
          <p:nvPr/>
        </p:nvCxnSpPr>
        <p:spPr>
          <a:xfrm>
            <a:off x="2212733" y="1892808"/>
            <a:ext cx="233172" cy="0"/>
          </a:xfrm>
          <a:prstGeom prst="line">
            <a:avLst/>
          </a:prstGeom>
          <a:ln w="23812">
            <a:solidFill>
              <a:srgbClr val="00B1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55299" y="1892808"/>
            <a:ext cx="233172" cy="0"/>
          </a:xfrm>
          <a:prstGeom prst="line">
            <a:avLst/>
          </a:prstGeom>
          <a:ln w="23812">
            <a:solidFill>
              <a:srgbClr val="00B1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697865" y="1892808"/>
            <a:ext cx="233172" cy="0"/>
          </a:xfrm>
          <a:prstGeom prst="line">
            <a:avLst/>
          </a:prstGeom>
          <a:ln w="23812">
            <a:solidFill>
              <a:srgbClr val="00B1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935734" y="2475738"/>
            <a:ext cx="0" cy="438912"/>
          </a:xfrm>
          <a:prstGeom prst="line">
            <a:avLst/>
          </a:prstGeom>
          <a:ln w="23812">
            <a:solidFill>
              <a:srgbClr val="00B1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6697865" y="3497580"/>
            <a:ext cx="233172" cy="0"/>
          </a:xfrm>
          <a:prstGeom prst="line">
            <a:avLst/>
          </a:prstGeom>
          <a:ln w="23812">
            <a:solidFill>
              <a:srgbClr val="00B1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4455299" y="3497580"/>
            <a:ext cx="233172" cy="0"/>
          </a:xfrm>
          <a:prstGeom prst="line">
            <a:avLst/>
          </a:prstGeom>
          <a:ln w="23812">
            <a:solidFill>
              <a:srgbClr val="00B1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2212733" y="3497580"/>
            <a:ext cx="233172" cy="0"/>
          </a:xfrm>
          <a:prstGeom prst="line">
            <a:avLst/>
          </a:prstGeom>
          <a:ln w="23812">
            <a:solidFill>
              <a:srgbClr val="00B14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2688336" y="4539996"/>
            <a:ext cx="3771900" cy="288036"/>
          </a:xfrm>
          <a:prstGeom prst="roundRect">
            <a:avLst>
              <a:gd name="adj" fmla="val 50000"/>
            </a:avLst>
          </a:prstGeom>
          <a:solidFill>
            <a:srgbClr val="C9EB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862" b="1">
                <a:solidFill>
                  <a:srgbClr val="03222B"/>
                </a:solidFill>
                <a:latin typeface="Arial"/>
              </a:rPr>
              <a:t>Demo account:  alex.morgan@example.com  /  veg4life</a:t>
            </a:r>
          </a:p>
        </p:txBody>
      </p:sp>
      <p:sp>
        <p:nvSpPr>
          <p:cNvPr id="28" name="TextBox 27"/>
          <p:cNvSpPr txBox="1"/>
          <p:nvPr/>
        </p:nvSpPr>
        <p:spPr>
          <a:xfrm>
            <a:off x="377190" y="4834890"/>
            <a:ext cx="8366760" cy="240030"/>
          </a:xfrm>
          <a:prstGeom prst="rect">
            <a:avLst/>
          </a:prstGeom>
          <a:noFill/>
        </p:spPr>
        <p:txBody>
          <a:bodyPr wrap="none">
            <a:spAutoFit/>
          </a:bodyPr>
          <a:lstStyle/>
          <a:p>
            <a:r>
              <a:rPr sz="750">
                <a:solidFill>
                  <a:srgbClr val="44655F"/>
                </a:solidFill>
                <a:latin typeface="Arial"/>
              </a:rPr>
              <a:t>Shop Well — client pitch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2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88036"/>
            <a:ext cx="8366760" cy="994410"/>
          </a:xfrm>
          <a:prstGeom prst="rect">
            <a:avLst/>
          </a:prstGeom>
          <a:noFill/>
        </p:spPr>
        <p:txBody>
          <a:bodyPr wrap="square" anchor="t" lIns="0" rIns="0" tIns="0" bIns="0">
            <a:spAutoFit/>
          </a:bodyPr>
          <a:lstStyle/>
          <a:p>
            <a:pPr algn="l">
              <a:lnSpc>
                <a:spcPct val="108000"/>
              </a:lnSpc>
              <a:spcAft>
                <a:spcPts val="450"/>
              </a:spcAft>
            </a:pPr>
            <a:r>
              <a:rPr sz="938" b="1">
                <a:solidFill>
                  <a:srgbClr val="940758"/>
                </a:solidFill>
                <a:latin typeface="Arial"/>
              </a:rPr>
              <a:t>NAVIGATING THE SITE — SUPPLIER (VENDOR)</a:t>
            </a:r>
          </a:p>
          <a:p>
            <a:pPr algn="l">
              <a:lnSpc>
                <a:spcPct val="108000"/>
              </a:lnSpc>
              <a:spcAft>
                <a:spcPts val="300"/>
              </a:spcAft>
            </a:pPr>
            <a:r>
              <a:rPr sz="2325" b="1">
                <a:solidFill>
                  <a:srgbClr val="053238"/>
                </a:solidFill>
                <a:latin typeface="Arial Black"/>
              </a:rPr>
              <a:t>From application to payout</a:t>
            </a:r>
          </a:p>
        </p:txBody>
      </p:sp>
      <p:sp>
        <p:nvSpPr>
          <p:cNvPr id="4" name="Rounded Rectangle 3"/>
          <p:cNvSpPr/>
          <p:nvPr/>
        </p:nvSpPr>
        <p:spPr>
          <a:xfrm>
            <a:off x="230771" y="1337310"/>
            <a:ext cx="1954530" cy="1110996"/>
          </a:xfrm>
          <a:prstGeom prst="roundRect">
            <a:avLst>
              <a:gd name="adj" fmla="val 12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Apply to sell</a:t>
            </a:r>
          </a:p>
          <a:p>
            <a:pPr algn="l">
              <a:lnSpc>
                <a:spcPct val="105000"/>
              </a:lnSpc>
            </a:pPr>
            <a:r>
              <a:rPr sz="788">
                <a:solidFill>
                  <a:srgbClr val="44655F"/>
                </a:solidFill>
                <a:latin typeface="Arial"/>
              </a:rPr>
              <a:t>Create an account → 'I want to sell'. The application goes straight to the admin queue.</a:t>
            </a:r>
          </a:p>
        </p:txBody>
      </p:sp>
      <p:sp>
        <p:nvSpPr>
          <p:cNvPr id="5" name="Oval 4"/>
          <p:cNvSpPr/>
          <p:nvPr/>
        </p:nvSpPr>
        <p:spPr>
          <a:xfrm>
            <a:off x="148475" y="1255014"/>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1</a:t>
            </a:r>
          </a:p>
        </p:txBody>
      </p:sp>
      <p:sp>
        <p:nvSpPr>
          <p:cNvPr id="6" name="Rounded Rectangle 5"/>
          <p:cNvSpPr/>
          <p:nvPr/>
        </p:nvSpPr>
        <p:spPr>
          <a:xfrm>
            <a:off x="2473337" y="1337310"/>
            <a:ext cx="1954530" cy="1110996"/>
          </a:xfrm>
          <a:prstGeom prst="roundRect">
            <a:avLst>
              <a:gd name="adj" fmla="val 12000"/>
            </a:avLst>
          </a:prstGeom>
          <a:solidFill>
            <a:srgbClr val="E7FBD9"/>
          </a:solidFill>
          <a:ln w="11906">
            <a:solidFill>
              <a:srgbClr val="8EF050"/>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Get approved</a:t>
            </a:r>
          </a:p>
          <a:p>
            <a:pPr algn="l">
              <a:lnSpc>
                <a:spcPct val="105000"/>
              </a:lnSpc>
            </a:pPr>
            <a:r>
              <a:rPr sz="788">
                <a:solidFill>
                  <a:srgbClr val="44655F"/>
                </a:solidFill>
                <a:latin typeface="Arial"/>
              </a:rPr>
              <a:t>The portal stays locked until an admin approves you — vetting is the brand promise.</a:t>
            </a:r>
          </a:p>
        </p:txBody>
      </p:sp>
      <p:sp>
        <p:nvSpPr>
          <p:cNvPr id="7" name="Oval 6"/>
          <p:cNvSpPr/>
          <p:nvPr/>
        </p:nvSpPr>
        <p:spPr>
          <a:xfrm>
            <a:off x="2391041" y="1255014"/>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2</a:t>
            </a:r>
          </a:p>
        </p:txBody>
      </p:sp>
      <p:sp>
        <p:nvSpPr>
          <p:cNvPr id="8" name="Rounded Rectangle 7"/>
          <p:cNvSpPr/>
          <p:nvPr/>
        </p:nvSpPr>
        <p:spPr>
          <a:xfrm>
            <a:off x="4715903" y="1337310"/>
            <a:ext cx="1954530" cy="1110996"/>
          </a:xfrm>
          <a:prstGeom prst="roundRect">
            <a:avLst>
              <a:gd name="adj" fmla="val 12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Supplier portal</a:t>
            </a:r>
          </a:p>
          <a:p>
            <a:pPr algn="l">
              <a:lnSpc>
                <a:spcPct val="105000"/>
              </a:lnSpc>
            </a:pPr>
            <a:r>
              <a:rPr sz="788">
                <a:solidFill>
                  <a:srgbClr val="44655F"/>
                </a:solidFill>
                <a:latin typeface="Arial"/>
              </a:rPr>
              <a:t>Your home: My listings, Orders and Payouts, locked to your own account.</a:t>
            </a:r>
          </a:p>
        </p:txBody>
      </p:sp>
      <p:sp>
        <p:nvSpPr>
          <p:cNvPr id="9" name="Oval 8"/>
          <p:cNvSpPr/>
          <p:nvPr/>
        </p:nvSpPr>
        <p:spPr>
          <a:xfrm>
            <a:off x="4633607" y="1255014"/>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3</a:t>
            </a:r>
          </a:p>
        </p:txBody>
      </p:sp>
      <p:sp>
        <p:nvSpPr>
          <p:cNvPr id="10" name="Rounded Rectangle 9"/>
          <p:cNvSpPr/>
          <p:nvPr/>
        </p:nvSpPr>
        <p:spPr>
          <a:xfrm>
            <a:off x="6958469" y="1337310"/>
            <a:ext cx="1954530" cy="1110996"/>
          </a:xfrm>
          <a:prstGeom prst="roundRect">
            <a:avLst>
              <a:gd name="adj" fmla="val 12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Manage listings</a:t>
            </a:r>
          </a:p>
          <a:p>
            <a:pPr algn="l">
              <a:lnSpc>
                <a:spcPct val="105000"/>
              </a:lnSpc>
            </a:pPr>
            <a:r>
              <a:rPr sz="788">
                <a:solidFill>
                  <a:srgbClr val="44655F"/>
                </a:solidFill>
                <a:latin typeface="Arial"/>
              </a:rPr>
              <a:t>Name, description, price, unit, stock, best-before, ambient/chilled — plus photo upload with live preview, on new or existing listings.</a:t>
            </a:r>
          </a:p>
        </p:txBody>
      </p:sp>
      <p:sp>
        <p:nvSpPr>
          <p:cNvPr id="11" name="Oval 10"/>
          <p:cNvSpPr/>
          <p:nvPr/>
        </p:nvSpPr>
        <p:spPr>
          <a:xfrm>
            <a:off x="6876173" y="1255014"/>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4</a:t>
            </a:r>
          </a:p>
        </p:txBody>
      </p:sp>
      <p:sp>
        <p:nvSpPr>
          <p:cNvPr id="12" name="Rounded Rectangle 11"/>
          <p:cNvSpPr/>
          <p:nvPr/>
        </p:nvSpPr>
        <p:spPr>
          <a:xfrm>
            <a:off x="6958469" y="2942082"/>
            <a:ext cx="1954530" cy="1110996"/>
          </a:xfrm>
          <a:prstGeom prst="roundRect">
            <a:avLst>
              <a:gd name="adj" fmla="val 12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Control stock</a:t>
            </a:r>
          </a:p>
          <a:p>
            <a:pPr algn="l">
              <a:lnSpc>
                <a:spcPct val="105000"/>
              </a:lnSpc>
            </a:pPr>
            <a:r>
              <a:rPr sz="788">
                <a:solidFill>
                  <a:srgbClr val="44655F"/>
                </a:solidFill>
                <a:latin typeface="Arial"/>
              </a:rPr>
              <a:t>Edit price and stock in-place. Set stock to 0 and the shop shows 'Sold out' instantly — overselling is impossible.</a:t>
            </a:r>
          </a:p>
        </p:txBody>
      </p:sp>
      <p:sp>
        <p:nvSpPr>
          <p:cNvPr id="13" name="Oval 12"/>
          <p:cNvSpPr/>
          <p:nvPr/>
        </p:nvSpPr>
        <p:spPr>
          <a:xfrm>
            <a:off x="6876173" y="2859786"/>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5</a:t>
            </a:r>
          </a:p>
        </p:txBody>
      </p:sp>
      <p:sp>
        <p:nvSpPr>
          <p:cNvPr id="14" name="Rounded Rectangle 13"/>
          <p:cNvSpPr/>
          <p:nvPr/>
        </p:nvSpPr>
        <p:spPr>
          <a:xfrm>
            <a:off x="4715903" y="2942082"/>
            <a:ext cx="1954530" cy="1110996"/>
          </a:xfrm>
          <a:prstGeom prst="roundRect">
            <a:avLst>
              <a:gd name="adj" fmla="val 12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Receive orders</a:t>
            </a:r>
          </a:p>
          <a:p>
            <a:pPr algn="l">
              <a:lnSpc>
                <a:spcPct val="105000"/>
              </a:lnSpc>
            </a:pPr>
            <a:r>
              <a:rPr sz="788">
                <a:solidFill>
                  <a:srgbClr val="44655F"/>
                </a:solidFill>
                <a:latin typeface="Arial"/>
              </a:rPr>
              <a:t>You're notified with only your items, quantities and delivery details from each order.</a:t>
            </a:r>
          </a:p>
        </p:txBody>
      </p:sp>
      <p:sp>
        <p:nvSpPr>
          <p:cNvPr id="15" name="Oval 14"/>
          <p:cNvSpPr/>
          <p:nvPr/>
        </p:nvSpPr>
        <p:spPr>
          <a:xfrm>
            <a:off x="4633607" y="2859786"/>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6</a:t>
            </a:r>
          </a:p>
        </p:txBody>
      </p:sp>
      <p:sp>
        <p:nvSpPr>
          <p:cNvPr id="16" name="Rounded Rectangle 15"/>
          <p:cNvSpPr/>
          <p:nvPr/>
        </p:nvSpPr>
        <p:spPr>
          <a:xfrm>
            <a:off x="2473337" y="2942082"/>
            <a:ext cx="1954530" cy="1110996"/>
          </a:xfrm>
          <a:prstGeom prst="roundRect">
            <a:avLst>
              <a:gd name="adj" fmla="val 12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Fulfil &amp; ship</a:t>
            </a:r>
          </a:p>
          <a:p>
            <a:pPr algn="l">
              <a:lnSpc>
                <a:spcPct val="105000"/>
              </a:lnSpc>
            </a:pPr>
            <a:r>
              <a:rPr sz="788">
                <a:solidFill>
                  <a:srgbClr val="44655F"/>
                </a:solidFill>
                <a:latin typeface="Arial"/>
              </a:rPr>
              <a:t>Mark Packed → Shipped (tracking auto-generated) → Delivered. Can't fulfil? One click refunds just that item; the rest of the order continues.</a:t>
            </a:r>
          </a:p>
        </p:txBody>
      </p:sp>
      <p:sp>
        <p:nvSpPr>
          <p:cNvPr id="17" name="Oval 16"/>
          <p:cNvSpPr/>
          <p:nvPr/>
        </p:nvSpPr>
        <p:spPr>
          <a:xfrm>
            <a:off x="2391041" y="2859786"/>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7</a:t>
            </a:r>
          </a:p>
        </p:txBody>
      </p:sp>
      <p:sp>
        <p:nvSpPr>
          <p:cNvPr id="18" name="Rounded Rectangle 17"/>
          <p:cNvSpPr/>
          <p:nvPr/>
        </p:nvSpPr>
        <p:spPr>
          <a:xfrm>
            <a:off x="230771" y="2942082"/>
            <a:ext cx="1954530" cy="1110996"/>
          </a:xfrm>
          <a:prstGeom prst="roundRect">
            <a:avLst>
              <a:gd name="adj" fmla="val 12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Get paid</a:t>
            </a:r>
          </a:p>
          <a:p>
            <a:pPr algn="l">
              <a:lnSpc>
                <a:spcPct val="105000"/>
              </a:lnSpc>
            </a:pPr>
            <a:r>
              <a:rPr sz="788">
                <a:solidFill>
                  <a:srgbClr val="44655F"/>
                </a:solidFill>
                <a:latin typeface="Arial"/>
              </a:rPr>
              <a:t>Item total minus the 10% commission — visible in your Payouts stat.</a:t>
            </a:r>
          </a:p>
        </p:txBody>
      </p:sp>
      <p:sp>
        <p:nvSpPr>
          <p:cNvPr id="19" name="Oval 18"/>
          <p:cNvSpPr/>
          <p:nvPr/>
        </p:nvSpPr>
        <p:spPr>
          <a:xfrm>
            <a:off x="148475" y="2859786"/>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8</a:t>
            </a:r>
          </a:p>
        </p:txBody>
      </p:sp>
      <p:cxnSp>
        <p:nvCxnSpPr>
          <p:cNvPr id="20" name="Connector 19"/>
          <p:cNvCxnSpPr/>
          <p:nvPr/>
        </p:nvCxnSpPr>
        <p:spPr>
          <a:xfrm>
            <a:off x="2212733" y="1892808"/>
            <a:ext cx="233172" cy="0"/>
          </a:xfrm>
          <a:prstGeom prst="line">
            <a:avLst/>
          </a:prstGeom>
          <a:ln w="23812">
            <a:solidFill>
              <a:srgbClr val="00B1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55299" y="1892808"/>
            <a:ext cx="233172" cy="0"/>
          </a:xfrm>
          <a:prstGeom prst="line">
            <a:avLst/>
          </a:prstGeom>
          <a:ln w="23812">
            <a:solidFill>
              <a:srgbClr val="00B1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697865" y="1892808"/>
            <a:ext cx="233172" cy="0"/>
          </a:xfrm>
          <a:prstGeom prst="line">
            <a:avLst/>
          </a:prstGeom>
          <a:ln w="23812">
            <a:solidFill>
              <a:srgbClr val="00B1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935734" y="2475738"/>
            <a:ext cx="0" cy="438912"/>
          </a:xfrm>
          <a:prstGeom prst="line">
            <a:avLst/>
          </a:prstGeom>
          <a:ln w="23812">
            <a:solidFill>
              <a:srgbClr val="00B1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6697865" y="3497580"/>
            <a:ext cx="233172" cy="0"/>
          </a:xfrm>
          <a:prstGeom prst="line">
            <a:avLst/>
          </a:prstGeom>
          <a:ln w="23812">
            <a:solidFill>
              <a:srgbClr val="00B1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4455299" y="3497580"/>
            <a:ext cx="233172" cy="0"/>
          </a:xfrm>
          <a:prstGeom prst="line">
            <a:avLst/>
          </a:prstGeom>
          <a:ln w="23812">
            <a:solidFill>
              <a:srgbClr val="00B1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2212733" y="3497580"/>
            <a:ext cx="233172" cy="0"/>
          </a:xfrm>
          <a:prstGeom prst="line">
            <a:avLst/>
          </a:prstGeom>
          <a:ln w="23812">
            <a:solidFill>
              <a:srgbClr val="00B14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2414016" y="4539996"/>
            <a:ext cx="4320540" cy="288036"/>
          </a:xfrm>
          <a:prstGeom prst="roundRect">
            <a:avLst>
              <a:gd name="adj" fmla="val 50000"/>
            </a:avLst>
          </a:prstGeom>
          <a:solidFill>
            <a:srgbClr val="C9EB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862" b="1">
                <a:solidFill>
                  <a:srgbClr val="03222B"/>
                </a:solidFill>
                <a:latin typeface="Arial"/>
              </a:rPr>
              <a:t>Demo account:  greenfield@example.com  /  grow2026  (Greenfield Organics)</a:t>
            </a:r>
          </a:p>
        </p:txBody>
      </p:sp>
      <p:sp>
        <p:nvSpPr>
          <p:cNvPr id="28" name="TextBox 27"/>
          <p:cNvSpPr txBox="1"/>
          <p:nvPr/>
        </p:nvSpPr>
        <p:spPr>
          <a:xfrm>
            <a:off x="377190" y="4834890"/>
            <a:ext cx="8366760" cy="240030"/>
          </a:xfrm>
          <a:prstGeom prst="rect">
            <a:avLst/>
          </a:prstGeom>
          <a:noFill/>
        </p:spPr>
        <p:txBody>
          <a:bodyPr wrap="none">
            <a:spAutoFit/>
          </a:bodyPr>
          <a:lstStyle/>
          <a:p>
            <a:r>
              <a:rPr sz="750">
                <a:solidFill>
                  <a:srgbClr val="44655F"/>
                </a:solidFill>
                <a:latin typeface="Arial"/>
              </a:rPr>
              <a:t>Shop Well — client pitch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2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88036"/>
            <a:ext cx="8366760" cy="994410"/>
          </a:xfrm>
          <a:prstGeom prst="rect">
            <a:avLst/>
          </a:prstGeom>
          <a:noFill/>
        </p:spPr>
        <p:txBody>
          <a:bodyPr wrap="square" anchor="t" lIns="0" rIns="0" tIns="0" bIns="0">
            <a:spAutoFit/>
          </a:bodyPr>
          <a:lstStyle/>
          <a:p>
            <a:pPr algn="l">
              <a:lnSpc>
                <a:spcPct val="108000"/>
              </a:lnSpc>
              <a:spcAft>
                <a:spcPts val="450"/>
              </a:spcAft>
            </a:pPr>
            <a:r>
              <a:rPr sz="938" b="1">
                <a:solidFill>
                  <a:srgbClr val="940758"/>
                </a:solidFill>
                <a:latin typeface="Arial"/>
              </a:rPr>
              <a:t>NAVIGATING THE SITE — ADMIN</a:t>
            </a:r>
          </a:p>
          <a:p>
            <a:pPr algn="l">
              <a:lnSpc>
                <a:spcPct val="108000"/>
              </a:lnSpc>
              <a:spcAft>
                <a:spcPts val="300"/>
              </a:spcAft>
            </a:pPr>
            <a:r>
              <a:rPr sz="2325" b="1">
                <a:solidFill>
                  <a:srgbClr val="053238"/>
                </a:solidFill>
                <a:latin typeface="Arial Black"/>
              </a:rPr>
              <a:t>Quality control for the whole marketplace</a:t>
            </a:r>
          </a:p>
        </p:txBody>
      </p:sp>
      <p:sp>
        <p:nvSpPr>
          <p:cNvPr id="4" name="Rounded Rectangle 3"/>
          <p:cNvSpPr/>
          <p:nvPr/>
        </p:nvSpPr>
        <p:spPr>
          <a:xfrm>
            <a:off x="371360" y="1371600"/>
            <a:ext cx="2571750" cy="1179576"/>
          </a:xfrm>
          <a:prstGeom prst="roundRect">
            <a:avLst>
              <a:gd name="adj" fmla="val 12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Sign in</a:t>
            </a:r>
          </a:p>
          <a:p>
            <a:pPr algn="l">
              <a:lnSpc>
                <a:spcPct val="105000"/>
              </a:lnSpc>
            </a:pPr>
            <a:r>
              <a:rPr sz="788">
                <a:solidFill>
                  <a:srgbClr val="44655F"/>
                </a:solidFill>
                <a:latin typeface="Arial"/>
              </a:rPr>
              <a:t>The admin account routes straight to the console; every admin page is role-guarded.</a:t>
            </a:r>
          </a:p>
        </p:txBody>
      </p:sp>
      <p:sp>
        <p:nvSpPr>
          <p:cNvPr id="5" name="Oval 4"/>
          <p:cNvSpPr/>
          <p:nvPr/>
        </p:nvSpPr>
        <p:spPr>
          <a:xfrm>
            <a:off x="289064" y="1289304"/>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1</a:t>
            </a:r>
          </a:p>
        </p:txBody>
      </p:sp>
      <p:sp>
        <p:nvSpPr>
          <p:cNvPr id="6" name="Rounded Rectangle 5"/>
          <p:cNvSpPr/>
          <p:nvPr/>
        </p:nvSpPr>
        <p:spPr>
          <a:xfrm>
            <a:off x="3286010" y="1371600"/>
            <a:ext cx="2571750" cy="1179576"/>
          </a:xfrm>
          <a:prstGeom prst="roundRect">
            <a:avLst>
              <a:gd name="adj" fmla="val 12000"/>
            </a:avLst>
          </a:prstGeom>
          <a:solidFill>
            <a:srgbClr val="E7FBD9"/>
          </a:solidFill>
          <a:ln w="11906">
            <a:solidFill>
              <a:srgbClr val="8EF050"/>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Supplier approvals</a:t>
            </a:r>
          </a:p>
          <a:p>
            <a:pPr algn="l">
              <a:lnSpc>
                <a:spcPct val="105000"/>
              </a:lnSpc>
            </a:pPr>
            <a:r>
              <a:rPr sz="788">
                <a:solidFill>
                  <a:srgbClr val="44655F"/>
                </a:solidFill>
                <a:latin typeface="Arial"/>
              </a:rPr>
              <a:t>The vetting queue. Every 'I want to sell' sign-up lands here; approve to unlock their portal, or reject with reasons.</a:t>
            </a:r>
          </a:p>
        </p:txBody>
      </p:sp>
      <p:sp>
        <p:nvSpPr>
          <p:cNvPr id="7" name="Oval 6"/>
          <p:cNvSpPr/>
          <p:nvPr/>
        </p:nvSpPr>
        <p:spPr>
          <a:xfrm>
            <a:off x="3203714" y="1289304"/>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2</a:t>
            </a:r>
          </a:p>
        </p:txBody>
      </p:sp>
      <p:sp>
        <p:nvSpPr>
          <p:cNvPr id="8" name="Rounded Rectangle 7"/>
          <p:cNvSpPr/>
          <p:nvPr/>
        </p:nvSpPr>
        <p:spPr>
          <a:xfrm>
            <a:off x="6200660" y="1371600"/>
            <a:ext cx="2571750" cy="1179576"/>
          </a:xfrm>
          <a:prstGeom prst="roundRect">
            <a:avLst>
              <a:gd name="adj" fmla="val 12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Orders &amp; refunds</a:t>
            </a:r>
          </a:p>
          <a:p>
            <a:pPr algn="l">
              <a:lnSpc>
                <a:spcPct val="105000"/>
              </a:lnSpc>
            </a:pPr>
            <a:r>
              <a:rPr sz="788">
                <a:solidFill>
                  <a:srgbClr val="44655F"/>
                </a:solidFill>
                <a:latin typeface="Arial"/>
              </a:rPr>
              <a:t>Every order, payment and refund in one dashboard — with commission earned per sale.</a:t>
            </a:r>
          </a:p>
        </p:txBody>
      </p:sp>
      <p:sp>
        <p:nvSpPr>
          <p:cNvPr id="9" name="Oval 8"/>
          <p:cNvSpPr/>
          <p:nvPr/>
        </p:nvSpPr>
        <p:spPr>
          <a:xfrm>
            <a:off x="6118364" y="1289304"/>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3</a:t>
            </a:r>
          </a:p>
        </p:txBody>
      </p:sp>
      <p:sp>
        <p:nvSpPr>
          <p:cNvPr id="10" name="Rounded Rectangle 9"/>
          <p:cNvSpPr/>
          <p:nvPr/>
        </p:nvSpPr>
        <p:spPr>
          <a:xfrm>
            <a:off x="6200660" y="3099815"/>
            <a:ext cx="2571750" cy="1179576"/>
          </a:xfrm>
          <a:prstGeom prst="roundRect">
            <a:avLst>
              <a:gd name="adj" fmla="val 12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Fulfilment flags</a:t>
            </a:r>
          </a:p>
          <a:p>
            <a:pPr algn="l">
              <a:lnSpc>
                <a:spcPct val="105000"/>
              </a:lnSpc>
            </a:pPr>
            <a:r>
              <a:rPr sz="788">
                <a:solidFill>
                  <a:srgbClr val="44655F"/>
                </a:solidFill>
                <a:latin typeface="Arial"/>
              </a:rPr>
              <a:t>When a supplier clicks 'Can't fulfil', the refund is automatic and the supplier is flagged for review.</a:t>
            </a:r>
          </a:p>
        </p:txBody>
      </p:sp>
      <p:sp>
        <p:nvSpPr>
          <p:cNvPr id="11" name="Oval 10"/>
          <p:cNvSpPr/>
          <p:nvPr/>
        </p:nvSpPr>
        <p:spPr>
          <a:xfrm>
            <a:off x="6118364" y="3017519"/>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4</a:t>
            </a:r>
          </a:p>
        </p:txBody>
      </p:sp>
      <p:sp>
        <p:nvSpPr>
          <p:cNvPr id="12" name="Rounded Rectangle 11"/>
          <p:cNvSpPr/>
          <p:nvPr/>
        </p:nvSpPr>
        <p:spPr>
          <a:xfrm>
            <a:off x="3286010" y="3099815"/>
            <a:ext cx="2571750" cy="1179576"/>
          </a:xfrm>
          <a:prstGeom prst="roundRect">
            <a:avLst>
              <a:gd name="adj" fmla="val 12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Commission overview</a:t>
            </a:r>
          </a:p>
          <a:p>
            <a:pPr algn="l">
              <a:lnSpc>
                <a:spcPct val="105000"/>
              </a:lnSpc>
            </a:pPr>
            <a:r>
              <a:rPr sz="788">
                <a:solidFill>
                  <a:srgbClr val="44655F"/>
                </a:solidFill>
                <a:latin typeface="Arial"/>
              </a:rPr>
              <a:t>Shop Well's 10% across all sales, calculated per sale and totalled live.</a:t>
            </a:r>
          </a:p>
        </p:txBody>
      </p:sp>
      <p:sp>
        <p:nvSpPr>
          <p:cNvPr id="13" name="Oval 12"/>
          <p:cNvSpPr/>
          <p:nvPr/>
        </p:nvSpPr>
        <p:spPr>
          <a:xfrm>
            <a:off x="3203714" y="3017519"/>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5</a:t>
            </a:r>
          </a:p>
        </p:txBody>
      </p:sp>
      <p:sp>
        <p:nvSpPr>
          <p:cNvPr id="14" name="Rounded Rectangle 13"/>
          <p:cNvSpPr/>
          <p:nvPr/>
        </p:nvSpPr>
        <p:spPr>
          <a:xfrm>
            <a:off x="371360" y="3099815"/>
            <a:ext cx="2571750" cy="1179576"/>
          </a:xfrm>
          <a:prstGeom prst="roundRect">
            <a:avLst>
              <a:gd name="adj" fmla="val 12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ctr" wrap="square" lIns="96012" rIns="82296" tIns="41148" bIns="41148"/>
          <a:lstStyle/>
          <a:p>
            <a:pPr algn="l">
              <a:lnSpc>
                <a:spcPct val="105000"/>
              </a:lnSpc>
              <a:spcAft>
                <a:spcPts val="225"/>
              </a:spcAft>
            </a:pPr>
            <a:r>
              <a:rPr sz="1012" b="1">
                <a:solidFill>
                  <a:srgbClr val="053238"/>
                </a:solidFill>
                <a:latin typeface="Arial"/>
              </a:rPr>
              <a:t>Keep standards high</a:t>
            </a:r>
          </a:p>
          <a:p>
            <a:pPr algn="l">
              <a:lnSpc>
                <a:spcPct val="105000"/>
              </a:lnSpc>
            </a:pPr>
            <a:r>
              <a:rPr sz="788">
                <a:solidFill>
                  <a:srgbClr val="44655F"/>
                </a:solidFill>
                <a:latin typeface="Arial"/>
              </a:rPr>
              <a:t>Approve, monitor, intervene — the console is how the 'vetted marketplace' promise stays true at scale.</a:t>
            </a:r>
          </a:p>
        </p:txBody>
      </p:sp>
      <p:sp>
        <p:nvSpPr>
          <p:cNvPr id="15" name="Oval 14"/>
          <p:cNvSpPr/>
          <p:nvPr/>
        </p:nvSpPr>
        <p:spPr>
          <a:xfrm>
            <a:off x="289064" y="3017519"/>
            <a:ext cx="233172" cy="233172"/>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75" b="1">
                <a:solidFill>
                  <a:srgbClr val="03222B"/>
                </a:solidFill>
                <a:latin typeface="Arial"/>
              </a:rPr>
              <a:t>6</a:t>
            </a:r>
          </a:p>
        </p:txBody>
      </p:sp>
      <p:cxnSp>
        <p:nvCxnSpPr>
          <p:cNvPr id="16" name="Connector 15"/>
          <p:cNvCxnSpPr/>
          <p:nvPr/>
        </p:nvCxnSpPr>
        <p:spPr>
          <a:xfrm>
            <a:off x="2970542" y="1961388"/>
            <a:ext cx="288036" cy="0"/>
          </a:xfrm>
          <a:prstGeom prst="line">
            <a:avLst/>
          </a:prstGeom>
          <a:ln w="23812">
            <a:solidFill>
              <a:srgbClr val="00B1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885192" y="1961388"/>
            <a:ext cx="288036" cy="0"/>
          </a:xfrm>
          <a:prstGeom prst="line">
            <a:avLst/>
          </a:prstGeom>
          <a:ln w="23812">
            <a:solidFill>
              <a:srgbClr val="00B1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486535" y="2578608"/>
            <a:ext cx="0" cy="493775"/>
          </a:xfrm>
          <a:prstGeom prst="line">
            <a:avLst/>
          </a:prstGeom>
          <a:ln w="23812">
            <a:solidFill>
              <a:srgbClr val="00B1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5885192" y="3689604"/>
            <a:ext cx="288036" cy="0"/>
          </a:xfrm>
          <a:prstGeom prst="line">
            <a:avLst/>
          </a:prstGeom>
          <a:ln w="23812">
            <a:solidFill>
              <a:srgbClr val="00B1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2970542" y="3689604"/>
            <a:ext cx="288036" cy="0"/>
          </a:xfrm>
          <a:prstGeom prst="line">
            <a:avLst/>
          </a:prstGeom>
          <a:ln w="23812">
            <a:solidFill>
              <a:srgbClr val="00B14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654046" y="4608576"/>
            <a:ext cx="3840480" cy="288036"/>
          </a:xfrm>
          <a:prstGeom prst="roundRect">
            <a:avLst>
              <a:gd name="adj" fmla="val 50000"/>
            </a:avLst>
          </a:prstGeom>
          <a:solidFill>
            <a:srgbClr val="C9EB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862" b="1">
                <a:solidFill>
                  <a:srgbClr val="03222B"/>
                </a:solidFill>
                <a:latin typeface="Arial"/>
              </a:rPr>
              <a:t>Demo account:  admin@shopwell.example  /  marketday2026</a:t>
            </a:r>
          </a:p>
        </p:txBody>
      </p:sp>
      <p:sp>
        <p:nvSpPr>
          <p:cNvPr id="22" name="TextBox 21"/>
          <p:cNvSpPr txBox="1"/>
          <p:nvPr/>
        </p:nvSpPr>
        <p:spPr>
          <a:xfrm>
            <a:off x="377190" y="4834890"/>
            <a:ext cx="8366760" cy="240030"/>
          </a:xfrm>
          <a:prstGeom prst="rect">
            <a:avLst/>
          </a:prstGeom>
          <a:noFill/>
        </p:spPr>
        <p:txBody>
          <a:bodyPr wrap="none">
            <a:spAutoFit/>
          </a:bodyPr>
          <a:lstStyle/>
          <a:p>
            <a:r>
              <a:rPr sz="750">
                <a:solidFill>
                  <a:srgbClr val="44655F"/>
                </a:solidFill>
                <a:latin typeface="Arial"/>
              </a:rPr>
              <a:t>Shop Well — client pitch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2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88036"/>
            <a:ext cx="8366760" cy="994410"/>
          </a:xfrm>
          <a:prstGeom prst="rect">
            <a:avLst/>
          </a:prstGeom>
          <a:noFill/>
        </p:spPr>
        <p:txBody>
          <a:bodyPr wrap="square" anchor="t" lIns="0" rIns="0" tIns="0" bIns="0">
            <a:spAutoFit/>
          </a:bodyPr>
          <a:lstStyle/>
          <a:p>
            <a:pPr algn="l">
              <a:lnSpc>
                <a:spcPct val="108000"/>
              </a:lnSpc>
              <a:spcAft>
                <a:spcPts val="450"/>
              </a:spcAft>
            </a:pPr>
            <a:r>
              <a:rPr sz="938" b="1">
                <a:solidFill>
                  <a:srgbClr val="940758"/>
                </a:solidFill>
                <a:latin typeface="Arial"/>
              </a:rPr>
              <a:t>UNDER THE HOOD</a:t>
            </a:r>
          </a:p>
          <a:p>
            <a:pPr algn="l">
              <a:lnSpc>
                <a:spcPct val="108000"/>
              </a:lnSpc>
              <a:spcAft>
                <a:spcPts val="300"/>
              </a:spcAft>
            </a:pPr>
            <a:r>
              <a:rPr sz="2325" b="1">
                <a:solidFill>
                  <a:srgbClr val="053238"/>
                </a:solidFill>
                <a:latin typeface="Arial Black"/>
              </a:rPr>
              <a:t>How the pieces fit together</a:t>
            </a:r>
          </a:p>
          <a:p>
            <a:pPr algn="l">
              <a:lnSpc>
                <a:spcPct val="108000"/>
              </a:lnSpc>
              <a:spcAft>
                <a:spcPts val="0"/>
              </a:spcAft>
            </a:pPr>
            <a:r>
              <a:rPr sz="1088" b="0">
                <a:solidFill>
                  <a:srgbClr val="44655F"/>
                </a:solidFill>
                <a:latin typeface="Arial"/>
              </a:rPr>
              <a:t>The same map guides the production build — each service becomes an API over the platform database.</a:t>
            </a:r>
          </a:p>
        </p:txBody>
      </p:sp>
      <p:sp>
        <p:nvSpPr>
          <p:cNvPr id="4" name="Rounded Rectangle 3"/>
          <p:cNvSpPr/>
          <p:nvPr/>
        </p:nvSpPr>
        <p:spPr>
          <a:xfrm>
            <a:off x="480060" y="1474470"/>
            <a:ext cx="2400300" cy="342900"/>
          </a:xfrm>
          <a:prstGeom prst="roundRect">
            <a:avLst>
              <a:gd name="adj" fmla="val 18000"/>
            </a:avLst>
          </a:prstGeom>
          <a:solidFill>
            <a:srgbClr val="053238"/>
          </a:solidFill>
          <a:ln>
            <a:noFill/>
          </a:ln>
          <a:effectLst/>
        </p:spPr>
        <p:style>
          <a:lnRef idx="1">
            <a:schemeClr val="accent1"/>
          </a:lnRef>
          <a:fillRef idx="3">
            <a:schemeClr val="accent1"/>
          </a:fillRef>
          <a:effectRef idx="2">
            <a:schemeClr val="accent1"/>
          </a:effectRef>
          <a:fontRef idx="minor">
            <a:schemeClr val="lt1"/>
          </a:fontRef>
        </p:style>
        <p:txBody>
          <a:bodyPr rtlCol="0" anchor="ctr" lIns="96012" tIns="0" bIns="0"/>
          <a:lstStyle/>
          <a:p>
            <a:pPr algn="ctr"/>
            <a:r>
              <a:rPr sz="1050" b="1">
                <a:solidFill>
                  <a:srgbClr val="FFFFFF"/>
                </a:solidFill>
                <a:latin typeface="Arial"/>
              </a:rPr>
              <a:t>Shop Well web app</a:t>
            </a:r>
          </a:p>
        </p:txBody>
      </p:sp>
      <p:sp>
        <p:nvSpPr>
          <p:cNvPr id="5" name="Rounded Rectangle 4"/>
          <p:cNvSpPr/>
          <p:nvPr/>
        </p:nvSpPr>
        <p:spPr>
          <a:xfrm>
            <a:off x="480060" y="1885950"/>
            <a:ext cx="2400300" cy="2160270"/>
          </a:xfrm>
          <a:prstGeom prst="roundRect">
            <a:avLst>
              <a:gd name="adj" fmla="val 6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123444" rIns="96012" tIns="82296"/>
          <a:lstStyle/>
          <a:p>
            <a:pPr algn="l">
              <a:lnSpc>
                <a:spcPct val="102000"/>
              </a:lnSpc>
              <a:spcAft>
                <a:spcPts val="150"/>
              </a:spcAft>
            </a:pPr>
            <a:r>
              <a:rPr sz="862" b="1">
                <a:solidFill>
                  <a:srgbClr val="053238"/>
                </a:solidFill>
                <a:latin typeface="Arial"/>
              </a:rPr>
              <a:t>Landing page</a:t>
            </a:r>
          </a:p>
          <a:p>
            <a:pPr algn="l">
              <a:lnSpc>
                <a:spcPct val="102000"/>
              </a:lnSpc>
              <a:spcAft>
                <a:spcPts val="375"/>
              </a:spcAft>
            </a:pPr>
            <a:r>
              <a:rPr sz="712">
                <a:solidFill>
                  <a:srgbClr val="44655F"/>
                </a:solidFill>
                <a:latin typeface="Arial"/>
              </a:rPr>
              <a:t>brand, how-it-works, vetted-supplier strip</a:t>
            </a:r>
          </a:p>
          <a:p>
            <a:pPr algn="l">
              <a:lnSpc>
                <a:spcPct val="102000"/>
              </a:lnSpc>
              <a:spcAft>
                <a:spcPts val="150"/>
              </a:spcAft>
            </a:pPr>
            <a:r>
              <a:rPr sz="862" b="1">
                <a:solidFill>
                  <a:srgbClr val="053238"/>
                </a:solidFill>
                <a:latin typeface="Arial"/>
              </a:rPr>
              <a:t>Customer shop</a:t>
            </a:r>
          </a:p>
          <a:p>
            <a:pPr algn="l">
              <a:lnSpc>
                <a:spcPct val="102000"/>
              </a:lnSpc>
              <a:spcAft>
                <a:spcPts val="375"/>
              </a:spcAft>
            </a:pPr>
            <a:r>
              <a:rPr sz="712">
                <a:solidFill>
                  <a:srgbClr val="44655F"/>
                </a:solidFill>
                <a:latin typeface="Arial"/>
              </a:rPr>
              <a:t>catalogue, basket, checkout, order tracking</a:t>
            </a:r>
          </a:p>
          <a:p>
            <a:pPr algn="l">
              <a:lnSpc>
                <a:spcPct val="102000"/>
              </a:lnSpc>
              <a:spcAft>
                <a:spcPts val="150"/>
              </a:spcAft>
            </a:pPr>
            <a:r>
              <a:rPr sz="862" b="1">
                <a:solidFill>
                  <a:srgbClr val="053238"/>
                </a:solidFill>
                <a:latin typeface="Arial"/>
              </a:rPr>
              <a:t>Supplier portal</a:t>
            </a:r>
          </a:p>
          <a:p>
            <a:pPr algn="l">
              <a:lnSpc>
                <a:spcPct val="102000"/>
              </a:lnSpc>
              <a:spcAft>
                <a:spcPts val="375"/>
              </a:spcAft>
            </a:pPr>
            <a:r>
              <a:rPr sz="712">
                <a:solidFill>
                  <a:srgbClr val="44655F"/>
                </a:solidFill>
                <a:latin typeface="Arial"/>
              </a:rPr>
              <a:t>listings, stock, orders, payouts</a:t>
            </a:r>
          </a:p>
          <a:p>
            <a:pPr algn="l">
              <a:lnSpc>
                <a:spcPct val="102000"/>
              </a:lnSpc>
              <a:spcAft>
                <a:spcPts val="150"/>
              </a:spcAft>
            </a:pPr>
            <a:r>
              <a:rPr sz="862" b="1">
                <a:solidFill>
                  <a:srgbClr val="053238"/>
                </a:solidFill>
                <a:latin typeface="Arial"/>
              </a:rPr>
              <a:t>Admin console</a:t>
            </a:r>
          </a:p>
          <a:p>
            <a:pPr algn="l">
              <a:lnSpc>
                <a:spcPct val="102000"/>
              </a:lnSpc>
              <a:spcAft>
                <a:spcPts val="375"/>
              </a:spcAft>
            </a:pPr>
            <a:r>
              <a:rPr sz="712">
                <a:solidFill>
                  <a:srgbClr val="44655F"/>
                </a:solidFill>
                <a:latin typeface="Arial"/>
              </a:rPr>
              <a:t>approvals, refunds, flags, commission</a:t>
            </a:r>
          </a:p>
        </p:txBody>
      </p:sp>
      <p:sp>
        <p:nvSpPr>
          <p:cNvPr id="6" name="Rounded Rectangle 5"/>
          <p:cNvSpPr/>
          <p:nvPr/>
        </p:nvSpPr>
        <p:spPr>
          <a:xfrm>
            <a:off x="3360420" y="1474470"/>
            <a:ext cx="2400300" cy="342900"/>
          </a:xfrm>
          <a:prstGeom prst="roundRect">
            <a:avLst>
              <a:gd name="adj" fmla="val 18000"/>
            </a:avLst>
          </a:prstGeom>
          <a:solidFill>
            <a:srgbClr val="053238"/>
          </a:solidFill>
          <a:ln>
            <a:noFill/>
          </a:ln>
          <a:effectLst/>
        </p:spPr>
        <p:style>
          <a:lnRef idx="1">
            <a:schemeClr val="accent1"/>
          </a:lnRef>
          <a:fillRef idx="3">
            <a:schemeClr val="accent1"/>
          </a:fillRef>
          <a:effectRef idx="2">
            <a:schemeClr val="accent1"/>
          </a:effectRef>
          <a:fontRef idx="minor">
            <a:schemeClr val="lt1"/>
          </a:fontRef>
        </p:style>
        <p:txBody>
          <a:bodyPr rtlCol="0" anchor="ctr" lIns="96012" tIns="0" bIns="0"/>
          <a:lstStyle/>
          <a:p>
            <a:pPr algn="ctr"/>
            <a:r>
              <a:rPr sz="1050" b="1">
                <a:solidFill>
                  <a:srgbClr val="FFFFFF"/>
                </a:solidFill>
                <a:latin typeface="Arial"/>
              </a:rPr>
              <a:t>Core platform services</a:t>
            </a:r>
          </a:p>
        </p:txBody>
      </p:sp>
      <p:sp>
        <p:nvSpPr>
          <p:cNvPr id="7" name="Rounded Rectangle 6"/>
          <p:cNvSpPr/>
          <p:nvPr/>
        </p:nvSpPr>
        <p:spPr>
          <a:xfrm>
            <a:off x="3360420" y="1885950"/>
            <a:ext cx="2400300" cy="2160270"/>
          </a:xfrm>
          <a:prstGeom prst="roundRect">
            <a:avLst>
              <a:gd name="adj" fmla="val 6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123444" rIns="96012" tIns="82296"/>
          <a:lstStyle/>
          <a:p>
            <a:pPr algn="l">
              <a:lnSpc>
                <a:spcPct val="102000"/>
              </a:lnSpc>
              <a:spcAft>
                <a:spcPts val="150"/>
              </a:spcAft>
            </a:pPr>
            <a:r>
              <a:rPr sz="862" b="1">
                <a:solidFill>
                  <a:srgbClr val="053238"/>
                </a:solidFill>
                <a:latin typeface="Arial"/>
              </a:rPr>
              <a:t>Catalogue &amp; search</a:t>
            </a:r>
          </a:p>
          <a:p>
            <a:pPr algn="l">
              <a:lnSpc>
                <a:spcPct val="102000"/>
              </a:lnSpc>
              <a:spcAft>
                <a:spcPts val="150"/>
              </a:spcAft>
            </a:pPr>
            <a:r>
              <a:rPr sz="862" b="1">
                <a:solidFill>
                  <a:srgbClr val="053238"/>
                </a:solidFill>
                <a:latin typeface="Arial"/>
              </a:rPr>
              <a:t>Order service</a:t>
            </a:r>
          </a:p>
          <a:p>
            <a:pPr algn="l">
              <a:lnSpc>
                <a:spcPct val="102000"/>
              </a:lnSpc>
              <a:spcAft>
                <a:spcPts val="375"/>
              </a:spcAft>
            </a:pPr>
            <a:r>
              <a:rPr sz="712">
                <a:solidFill>
                  <a:srgbClr val="44655F"/>
                </a:solidFill>
                <a:latin typeface="Arial"/>
              </a:rPr>
              <a:t>one payment split into per-supplier shipments</a:t>
            </a:r>
          </a:p>
          <a:p>
            <a:pPr algn="l">
              <a:lnSpc>
                <a:spcPct val="102000"/>
              </a:lnSpc>
              <a:spcAft>
                <a:spcPts val="150"/>
              </a:spcAft>
            </a:pPr>
            <a:r>
              <a:rPr sz="862" b="1">
                <a:solidFill>
                  <a:srgbClr val="053238"/>
                </a:solidFill>
                <a:latin typeface="Arial"/>
              </a:rPr>
              <a:t>Stock service</a:t>
            </a:r>
          </a:p>
          <a:p>
            <a:pPr algn="l">
              <a:lnSpc>
                <a:spcPct val="102000"/>
              </a:lnSpc>
              <a:spcAft>
                <a:spcPts val="375"/>
              </a:spcAft>
            </a:pPr>
            <a:r>
              <a:rPr sz="712">
                <a:solidFill>
                  <a:srgbClr val="44655F"/>
                </a:solidFill>
                <a:latin typeface="Arial"/>
              </a:rPr>
              <a:t>prevents overselling — checked in three places</a:t>
            </a:r>
          </a:p>
          <a:p>
            <a:pPr algn="l">
              <a:lnSpc>
                <a:spcPct val="102000"/>
              </a:lnSpc>
              <a:spcAft>
                <a:spcPts val="150"/>
              </a:spcAft>
            </a:pPr>
            <a:r>
              <a:rPr sz="862" b="1">
                <a:solidFill>
                  <a:srgbClr val="053238"/>
                </a:solidFill>
                <a:latin typeface="Arial"/>
              </a:rPr>
              <a:t>Accounts &amp; sign-in</a:t>
            </a:r>
          </a:p>
          <a:p>
            <a:pPr algn="l">
              <a:lnSpc>
                <a:spcPct val="102000"/>
              </a:lnSpc>
              <a:spcAft>
                <a:spcPts val="375"/>
              </a:spcAft>
            </a:pPr>
            <a:r>
              <a:rPr sz="712">
                <a:solidFill>
                  <a:srgbClr val="44655F"/>
                </a:solidFill>
                <a:latin typeface="Arial"/>
              </a:rPr>
              <a:t>role-guarded: customer / supplier / admin</a:t>
            </a:r>
          </a:p>
          <a:p>
            <a:pPr algn="l">
              <a:lnSpc>
                <a:spcPct val="102000"/>
              </a:lnSpc>
              <a:spcAft>
                <a:spcPts val="150"/>
              </a:spcAft>
            </a:pPr>
            <a:r>
              <a:rPr sz="862" b="1">
                <a:solidFill>
                  <a:srgbClr val="053238"/>
                </a:solidFill>
                <a:latin typeface="Arial"/>
              </a:rPr>
              <a:t>Notifications + platform database</a:t>
            </a:r>
          </a:p>
        </p:txBody>
      </p:sp>
      <p:sp>
        <p:nvSpPr>
          <p:cNvPr id="8" name="Rounded Rectangle 7"/>
          <p:cNvSpPr/>
          <p:nvPr/>
        </p:nvSpPr>
        <p:spPr>
          <a:xfrm>
            <a:off x="6240780" y="1474470"/>
            <a:ext cx="2400300" cy="342900"/>
          </a:xfrm>
          <a:prstGeom prst="roundRect">
            <a:avLst>
              <a:gd name="adj" fmla="val 18000"/>
            </a:avLst>
          </a:prstGeom>
          <a:solidFill>
            <a:srgbClr val="053238"/>
          </a:solidFill>
          <a:ln>
            <a:noFill/>
          </a:ln>
          <a:effectLst/>
        </p:spPr>
        <p:style>
          <a:lnRef idx="1">
            <a:schemeClr val="accent1"/>
          </a:lnRef>
          <a:fillRef idx="3">
            <a:schemeClr val="accent1"/>
          </a:fillRef>
          <a:effectRef idx="2">
            <a:schemeClr val="accent1"/>
          </a:effectRef>
          <a:fontRef idx="minor">
            <a:schemeClr val="lt1"/>
          </a:fontRef>
        </p:style>
        <p:txBody>
          <a:bodyPr rtlCol="0" anchor="ctr" lIns="96012" tIns="0" bIns="0"/>
          <a:lstStyle/>
          <a:p>
            <a:pPr algn="ctr"/>
            <a:r>
              <a:rPr sz="1050" b="1">
                <a:solidFill>
                  <a:srgbClr val="FFFFFF"/>
                </a:solidFill>
                <a:latin typeface="Arial"/>
              </a:rPr>
              <a:t>External integrations</a:t>
            </a:r>
          </a:p>
        </p:txBody>
      </p:sp>
      <p:sp>
        <p:nvSpPr>
          <p:cNvPr id="9" name="Rounded Rectangle 8"/>
          <p:cNvSpPr/>
          <p:nvPr/>
        </p:nvSpPr>
        <p:spPr>
          <a:xfrm>
            <a:off x="6240780" y="1885950"/>
            <a:ext cx="2400300" cy="2160270"/>
          </a:xfrm>
          <a:prstGeom prst="roundRect">
            <a:avLst>
              <a:gd name="adj" fmla="val 6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123444" rIns="96012" tIns="82296"/>
          <a:lstStyle/>
          <a:p>
            <a:pPr algn="l">
              <a:lnSpc>
                <a:spcPct val="102000"/>
              </a:lnSpc>
              <a:spcAft>
                <a:spcPts val="150"/>
              </a:spcAft>
            </a:pPr>
            <a:r>
              <a:rPr sz="862" b="1">
                <a:solidFill>
                  <a:srgbClr val="053238"/>
                </a:solidFill>
                <a:latin typeface="Arial"/>
              </a:rPr>
              <a:t>Payment provider</a:t>
            </a:r>
          </a:p>
          <a:p>
            <a:pPr algn="l">
              <a:lnSpc>
                <a:spcPct val="102000"/>
              </a:lnSpc>
              <a:spcAft>
                <a:spcPts val="375"/>
              </a:spcAft>
            </a:pPr>
            <a:r>
              <a:rPr sz="712">
                <a:solidFill>
                  <a:srgbClr val="44655F"/>
                </a:solidFill>
                <a:latin typeface="Arial"/>
              </a:rPr>
              <a:t>card data never touches Shop Well</a:t>
            </a:r>
          </a:p>
          <a:p>
            <a:pPr algn="l">
              <a:lnSpc>
                <a:spcPct val="102000"/>
              </a:lnSpc>
              <a:spcAft>
                <a:spcPts val="150"/>
              </a:spcAft>
            </a:pPr>
            <a:r>
              <a:rPr sz="862" b="1">
                <a:solidFill>
                  <a:srgbClr val="053238"/>
                </a:solidFill>
                <a:latin typeface="Arial"/>
              </a:rPr>
              <a:t>Courier tracking APIs</a:t>
            </a:r>
          </a:p>
          <a:p>
            <a:pPr algn="l">
              <a:lnSpc>
                <a:spcPct val="102000"/>
              </a:lnSpc>
              <a:spcAft>
                <a:spcPts val="150"/>
              </a:spcAft>
            </a:pPr>
            <a:r>
              <a:rPr sz="862" b="1">
                <a:solidFill>
                  <a:srgbClr val="053238"/>
                </a:solidFill>
                <a:latin typeface="Arial"/>
              </a:rPr>
              <a:t>Transactional email</a:t>
            </a:r>
          </a:p>
          <a:p>
            <a:pPr algn="l">
              <a:lnSpc>
                <a:spcPct val="102000"/>
              </a:lnSpc>
              <a:spcAft>
                <a:spcPts val="150"/>
              </a:spcAft>
            </a:pPr>
            <a:r>
              <a:rPr sz="862" b="1">
                <a:solidFill>
                  <a:srgbClr val="053238"/>
                </a:solidFill>
                <a:latin typeface="Arial"/>
              </a:rPr>
              <a:t>AI chatbot + knowledge base</a:t>
            </a:r>
          </a:p>
          <a:p>
            <a:pPr algn="l">
              <a:lnSpc>
                <a:spcPct val="102000"/>
              </a:lnSpc>
              <a:spcAft>
                <a:spcPts val="375"/>
              </a:spcAft>
            </a:pPr>
            <a:r>
              <a:rPr sz="712">
                <a:solidFill>
                  <a:srgbClr val="44655F"/>
                </a:solidFill>
                <a:latin typeface="Arial"/>
              </a:rPr>
              <a:t>read-only order/delivery/policy APIs; escalates to Customer Care with full context</a:t>
            </a:r>
          </a:p>
        </p:txBody>
      </p:sp>
      <p:cxnSp>
        <p:nvCxnSpPr>
          <p:cNvPr id="10" name="Connector 9"/>
          <p:cNvCxnSpPr/>
          <p:nvPr/>
        </p:nvCxnSpPr>
        <p:spPr>
          <a:xfrm>
            <a:off x="2935224" y="2760345"/>
            <a:ext cx="384048" cy="0"/>
          </a:xfrm>
          <a:prstGeom prst="line">
            <a:avLst/>
          </a:prstGeom>
          <a:ln w="28575">
            <a:solidFill>
              <a:srgbClr val="94075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815584" y="2760345"/>
            <a:ext cx="384047" cy="0"/>
          </a:xfrm>
          <a:prstGeom prst="line">
            <a:avLst/>
          </a:prstGeom>
          <a:ln w="28575">
            <a:solidFill>
              <a:srgbClr val="94075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002536" y="4457700"/>
            <a:ext cx="5143500" cy="308610"/>
          </a:xfrm>
          <a:prstGeom prst="roundRect">
            <a:avLst>
              <a:gd name="adj" fmla="val 50000"/>
            </a:avLst>
          </a:prstGeom>
          <a:solidFill>
            <a:srgbClr val="E7F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862" b="1">
                <a:solidFill>
                  <a:srgbClr val="03222B"/>
                </a:solidFill>
                <a:latin typeface="Arial"/>
              </a:rPr>
              <a:t>Responsive and WCAG-accessible throughout · the prototype runs all of this in one self-contained page</a:t>
            </a:r>
          </a:p>
        </p:txBody>
      </p:sp>
      <p:sp>
        <p:nvSpPr>
          <p:cNvPr id="13" name="TextBox 12"/>
          <p:cNvSpPr txBox="1"/>
          <p:nvPr/>
        </p:nvSpPr>
        <p:spPr>
          <a:xfrm>
            <a:off x="377190" y="4834890"/>
            <a:ext cx="8366760" cy="240030"/>
          </a:xfrm>
          <a:prstGeom prst="rect">
            <a:avLst/>
          </a:prstGeom>
          <a:noFill/>
        </p:spPr>
        <p:txBody>
          <a:bodyPr wrap="none">
            <a:spAutoFit/>
          </a:bodyPr>
          <a:lstStyle/>
          <a:p>
            <a:r>
              <a:rPr sz="750">
                <a:solidFill>
                  <a:srgbClr val="44655F"/>
                </a:solidFill>
                <a:latin typeface="Arial"/>
              </a:rPr>
              <a:t>Shop Well — client pitch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2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88036"/>
            <a:ext cx="8366760" cy="994410"/>
          </a:xfrm>
          <a:prstGeom prst="rect">
            <a:avLst/>
          </a:prstGeom>
          <a:noFill/>
        </p:spPr>
        <p:txBody>
          <a:bodyPr wrap="square" anchor="t" lIns="0" rIns="0" tIns="0" bIns="0">
            <a:spAutoFit/>
          </a:bodyPr>
          <a:lstStyle/>
          <a:p>
            <a:pPr algn="l">
              <a:lnSpc>
                <a:spcPct val="108000"/>
              </a:lnSpc>
              <a:spcAft>
                <a:spcPts val="450"/>
              </a:spcAft>
            </a:pPr>
            <a:r>
              <a:rPr sz="938" b="1">
                <a:solidFill>
                  <a:srgbClr val="940758"/>
                </a:solidFill>
                <a:latin typeface="Arial"/>
              </a:rPr>
              <a:t>CUSTOMER CARE THAT SCALES</a:t>
            </a:r>
          </a:p>
          <a:p>
            <a:pPr algn="l">
              <a:lnSpc>
                <a:spcPct val="108000"/>
              </a:lnSpc>
              <a:spcAft>
                <a:spcPts val="300"/>
              </a:spcAft>
            </a:pPr>
            <a:r>
              <a:rPr sz="2325" b="1">
                <a:solidFill>
                  <a:srgbClr val="053238"/>
                </a:solidFill>
                <a:latin typeface="Arial Black"/>
              </a:rPr>
              <a:t>'Ask Shop Well' — a chatbot wired the right way</a:t>
            </a:r>
          </a:p>
          <a:p>
            <a:pPr algn="l">
              <a:lnSpc>
                <a:spcPct val="108000"/>
              </a:lnSpc>
              <a:spcAft>
                <a:spcPts val="0"/>
              </a:spcAft>
            </a:pPr>
            <a:r>
              <a:rPr sz="1088" b="0">
                <a:solidFill>
                  <a:srgbClr val="44655F"/>
                </a:solidFill>
                <a:latin typeface="Arial"/>
              </a:rPr>
              <a:t>Rule-based in the prototype so it runs offline — but wired exactly as the production LLM version will be.</a:t>
            </a:r>
          </a:p>
        </p:txBody>
      </p:sp>
      <p:sp>
        <p:nvSpPr>
          <p:cNvPr id="4" name="Rounded Rectangle 3"/>
          <p:cNvSpPr/>
          <p:nvPr/>
        </p:nvSpPr>
        <p:spPr>
          <a:xfrm>
            <a:off x="388505" y="1508760"/>
            <a:ext cx="4046220" cy="1440180"/>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125" b="1">
                <a:solidFill>
                  <a:srgbClr val="053238"/>
                </a:solidFill>
                <a:latin typeface="Arial"/>
              </a:rPr>
              <a:t>Answers from live data</a:t>
            </a:r>
          </a:p>
          <a:p>
            <a:pPr algn="l">
              <a:lnSpc>
                <a:spcPct val="105000"/>
              </a:lnSpc>
            </a:pPr>
            <a:r>
              <a:rPr sz="862">
                <a:solidFill>
                  <a:srgbClr val="44655F"/>
                </a:solidFill>
                <a:latin typeface="Arial"/>
              </a:rPr>
              <a:t>Ask 'Where's my order?' and it reads the real, current order state — statuses and tracking numbers per shipment — never a canned reply. Suppliers get self-serve help on listings, stock and order issues.</a:t>
            </a:r>
          </a:p>
        </p:txBody>
      </p:sp>
      <p:sp>
        <p:nvSpPr>
          <p:cNvPr id="5" name="Rectangle 4"/>
          <p:cNvSpPr/>
          <p:nvPr/>
        </p:nvSpPr>
        <p:spPr>
          <a:xfrm>
            <a:off x="484517" y="283921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709045" y="1508760"/>
            <a:ext cx="4046220" cy="1440180"/>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125" b="1">
                <a:solidFill>
                  <a:srgbClr val="053238"/>
                </a:solidFill>
                <a:latin typeface="Arial"/>
              </a:rPr>
              <a:t>Knows when to hand over</a:t>
            </a:r>
          </a:p>
          <a:p>
            <a:pPr algn="l">
              <a:lnSpc>
                <a:spcPct val="105000"/>
              </a:lnSpc>
            </a:pPr>
            <a:r>
              <a:rPr sz="862">
                <a:solidFill>
                  <a:srgbClr val="44655F"/>
                </a:solidFill>
                <a:latin typeface="Arial"/>
              </a:rPr>
              <a:t>Refunds, complaints, an explicit ask for a human, or two answers it can't parse — all escalate to Customer Care with a reference number and the full conversation context attached. No customer repeats themselves.</a:t>
            </a:r>
          </a:p>
        </p:txBody>
      </p:sp>
      <p:sp>
        <p:nvSpPr>
          <p:cNvPr id="7" name="Rectangle 6"/>
          <p:cNvSpPr/>
          <p:nvPr/>
        </p:nvSpPr>
        <p:spPr>
          <a:xfrm>
            <a:off x="4805057" y="283921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88505" y="3188970"/>
            <a:ext cx="4046220" cy="1440180"/>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125" b="1">
                <a:solidFill>
                  <a:srgbClr val="053238"/>
                </a:solidFill>
                <a:latin typeface="Arial"/>
              </a:rPr>
              <a:t>Guardrails from day one</a:t>
            </a:r>
          </a:p>
          <a:p>
            <a:pPr algn="l">
              <a:lnSpc>
                <a:spcPct val="105000"/>
              </a:lnSpc>
            </a:pPr>
            <a:r>
              <a:rPr sz="862">
                <a:solidFill>
                  <a:srgbClr val="44655F"/>
                </a:solidFill>
                <a:latin typeface="Arial"/>
              </a:rPr>
              <a:t>Read-only access to orders — never write access, never payment data. It only surfaces the signed-in customer's own orders, identifies itself as automated, and conversations are not used for training without consent.</a:t>
            </a:r>
          </a:p>
        </p:txBody>
      </p:sp>
      <p:sp>
        <p:nvSpPr>
          <p:cNvPr id="9" name="Rectangle 8"/>
          <p:cNvSpPr/>
          <p:nvPr/>
        </p:nvSpPr>
        <p:spPr>
          <a:xfrm>
            <a:off x="484517" y="451942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709045" y="3188970"/>
            <a:ext cx="4046220" cy="1440180"/>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125" b="1">
                <a:solidFill>
                  <a:srgbClr val="053238"/>
                </a:solidFill>
                <a:latin typeface="Arial"/>
              </a:rPr>
              <a:t>A clean path to AI</a:t>
            </a:r>
          </a:p>
          <a:p>
            <a:pPr algn="l">
              <a:lnSpc>
                <a:spcPct val="105000"/>
              </a:lnSpc>
            </a:pPr>
            <a:r>
              <a:rPr sz="862">
                <a:solidFill>
                  <a:srgbClr val="44655F"/>
                </a:solidFill>
                <a:latin typeface="Arial"/>
              </a:rPr>
              <a:t>Production swaps the rules engine for an LLM behind the same read-only APIs and the same escalation rules. The integration pattern is the deliverable — the model is a drop-in.</a:t>
            </a:r>
          </a:p>
        </p:txBody>
      </p:sp>
      <p:sp>
        <p:nvSpPr>
          <p:cNvPr id="11" name="Rectangle 10"/>
          <p:cNvSpPr/>
          <p:nvPr/>
        </p:nvSpPr>
        <p:spPr>
          <a:xfrm>
            <a:off x="4805057" y="451942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7190" y="4834890"/>
            <a:ext cx="8366760" cy="240030"/>
          </a:xfrm>
          <a:prstGeom prst="rect">
            <a:avLst/>
          </a:prstGeom>
          <a:noFill/>
        </p:spPr>
        <p:txBody>
          <a:bodyPr wrap="none">
            <a:spAutoFit/>
          </a:bodyPr>
          <a:lstStyle/>
          <a:p>
            <a:r>
              <a:rPr sz="750">
                <a:solidFill>
                  <a:srgbClr val="44655F"/>
                </a:solidFill>
                <a:latin typeface="Arial"/>
              </a:rPr>
              <a:t>Shop Well — client pitch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2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88036"/>
            <a:ext cx="8366760" cy="994410"/>
          </a:xfrm>
          <a:prstGeom prst="rect">
            <a:avLst/>
          </a:prstGeom>
          <a:noFill/>
        </p:spPr>
        <p:txBody>
          <a:bodyPr wrap="square" anchor="t" lIns="0" rIns="0" tIns="0" bIns="0">
            <a:spAutoFit/>
          </a:bodyPr>
          <a:lstStyle/>
          <a:p>
            <a:pPr algn="l">
              <a:lnSpc>
                <a:spcPct val="108000"/>
              </a:lnSpc>
              <a:spcAft>
                <a:spcPts val="450"/>
              </a:spcAft>
            </a:pPr>
            <a:r>
              <a:rPr sz="938" b="1">
                <a:solidFill>
                  <a:srgbClr val="940758"/>
                </a:solidFill>
                <a:latin typeface="Arial"/>
              </a:rPr>
              <a:t>BUILT RESPONSIBLY</a:t>
            </a:r>
          </a:p>
          <a:p>
            <a:pPr algn="l">
              <a:lnSpc>
                <a:spcPct val="108000"/>
              </a:lnSpc>
              <a:spcAft>
                <a:spcPts val="300"/>
              </a:spcAft>
            </a:pPr>
            <a:r>
              <a:rPr sz="2325" b="1">
                <a:solidFill>
                  <a:srgbClr val="053238"/>
                </a:solidFill>
                <a:latin typeface="Arial Black"/>
              </a:rPr>
              <a:t>Trust, safety and accessibility are requirements, not extras</a:t>
            </a:r>
          </a:p>
          <a:p>
            <a:pPr algn="l">
              <a:lnSpc>
                <a:spcPct val="108000"/>
              </a:lnSpc>
              <a:spcAft>
                <a:spcPts val="0"/>
              </a:spcAft>
            </a:pPr>
            <a:r>
              <a:rPr sz="1088" b="0">
                <a:solidFill>
                  <a:srgbClr val="44655F"/>
                </a:solidFill>
                <a:latin typeface="Arial"/>
              </a:rPr>
              <a:t>Each of these traces to a numbered requirement in the capture document.</a:t>
            </a:r>
          </a:p>
        </p:txBody>
      </p:sp>
      <p:sp>
        <p:nvSpPr>
          <p:cNvPr id="4" name="Rounded Rectangle 3"/>
          <p:cNvSpPr/>
          <p:nvPr/>
        </p:nvSpPr>
        <p:spPr>
          <a:xfrm>
            <a:off x="302780" y="1508760"/>
            <a:ext cx="2708910" cy="1357884"/>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012" b="1">
                <a:solidFill>
                  <a:srgbClr val="053238"/>
                </a:solidFill>
                <a:latin typeface="Arial"/>
              </a:rPr>
              <a:t>Secure payments (NFR4)</a:t>
            </a:r>
          </a:p>
          <a:p>
            <a:pPr algn="l">
              <a:lnSpc>
                <a:spcPct val="105000"/>
              </a:lnSpc>
            </a:pPr>
            <a:r>
              <a:rPr sz="825">
                <a:solidFill>
                  <a:srgbClr val="44655F"/>
                </a:solidFill>
                <a:latin typeface="Arial"/>
              </a:rPr>
              <a:t>A third-party payment provider handles all card data — Shop Well never stores it. Stated at checkout and in the site footer.</a:t>
            </a:r>
          </a:p>
        </p:txBody>
      </p:sp>
      <p:sp>
        <p:nvSpPr>
          <p:cNvPr id="5" name="Rectangle 4"/>
          <p:cNvSpPr/>
          <p:nvPr/>
        </p:nvSpPr>
        <p:spPr>
          <a:xfrm>
            <a:off x="398792" y="2756915"/>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17430" y="1508760"/>
            <a:ext cx="2708910" cy="1357884"/>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012" b="1">
                <a:solidFill>
                  <a:srgbClr val="053238"/>
                </a:solidFill>
                <a:latin typeface="Arial"/>
              </a:rPr>
              <a:t>No overselling (NFR2)</a:t>
            </a:r>
          </a:p>
          <a:p>
            <a:pPr algn="l">
              <a:lnSpc>
                <a:spcPct val="105000"/>
              </a:lnSpc>
            </a:pPr>
            <a:r>
              <a:rPr sz="825">
                <a:solidFill>
                  <a:srgbClr val="44655F"/>
                </a:solidFill>
                <a:latin typeface="Arial"/>
              </a:rPr>
              <a:t>Stock is enforced in three places: the add-to-basket guard, the quantity stepper cap, and a final check at checkout that decrements stock.</a:t>
            </a:r>
          </a:p>
        </p:txBody>
      </p:sp>
      <p:sp>
        <p:nvSpPr>
          <p:cNvPr id="7" name="Rectangle 6"/>
          <p:cNvSpPr/>
          <p:nvPr/>
        </p:nvSpPr>
        <p:spPr>
          <a:xfrm>
            <a:off x="3313442" y="2756915"/>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32080" y="1508760"/>
            <a:ext cx="2708910" cy="1357884"/>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012" b="1">
                <a:solidFill>
                  <a:srgbClr val="053238"/>
                </a:solidFill>
                <a:latin typeface="Arial"/>
              </a:rPr>
              <a:t>Accessible (NFR3)</a:t>
            </a:r>
          </a:p>
          <a:p>
            <a:pPr algn="l">
              <a:lnSpc>
                <a:spcPct val="105000"/>
              </a:lnSpc>
            </a:pPr>
            <a:r>
              <a:rPr sz="825">
                <a:solidFill>
                  <a:srgbClr val="44655F"/>
                </a:solidFill>
                <a:latin typeface="Arial"/>
              </a:rPr>
              <a:t>Skip link, labels on every input, visible focus rings, aria-labels on icon buttons, and reduced-motion support.</a:t>
            </a:r>
          </a:p>
        </p:txBody>
      </p:sp>
      <p:sp>
        <p:nvSpPr>
          <p:cNvPr id="9" name="Rectangle 8"/>
          <p:cNvSpPr/>
          <p:nvPr/>
        </p:nvSpPr>
        <p:spPr>
          <a:xfrm>
            <a:off x="6228092" y="2756915"/>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02780" y="3106674"/>
            <a:ext cx="2708910" cy="1357884"/>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012" b="1">
                <a:solidFill>
                  <a:srgbClr val="053238"/>
                </a:solidFill>
                <a:latin typeface="Arial"/>
              </a:rPr>
              <a:t>Mobile-friendly (NFR5)</a:t>
            </a:r>
          </a:p>
          <a:p>
            <a:pPr algn="l">
              <a:lnSpc>
                <a:spcPct val="105000"/>
              </a:lnSpc>
            </a:pPr>
            <a:r>
              <a:rPr sz="825">
                <a:solidFill>
                  <a:srgbClr val="44655F"/>
                </a:solidFill>
                <a:latin typeface="Arial"/>
              </a:rPr>
              <a:t>Fully responsive down to phone widths — customers shop wherever they are.</a:t>
            </a:r>
          </a:p>
        </p:txBody>
      </p:sp>
      <p:sp>
        <p:nvSpPr>
          <p:cNvPr id="11" name="Rectangle 10"/>
          <p:cNvSpPr/>
          <p:nvPr/>
        </p:nvSpPr>
        <p:spPr>
          <a:xfrm>
            <a:off x="398792" y="4354830"/>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17430" y="3106674"/>
            <a:ext cx="2708910" cy="1357884"/>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012" b="1">
                <a:solidFill>
                  <a:srgbClr val="053238"/>
                </a:solidFill>
                <a:latin typeface="Arial"/>
              </a:rPr>
              <a:t>Vetted marketplace</a:t>
            </a:r>
          </a:p>
          <a:p>
            <a:pPr algn="l">
              <a:lnSpc>
                <a:spcPct val="105000"/>
              </a:lnSpc>
            </a:pPr>
            <a:r>
              <a:rPr sz="825">
                <a:solidFill>
                  <a:srgbClr val="44655F"/>
                </a:solidFill>
                <a:latin typeface="Arial"/>
              </a:rPr>
              <a:t>No supplier lists anything until an admin has approved their application. Repeated fulfilment failures are flagged for review.</a:t>
            </a:r>
          </a:p>
        </p:txBody>
      </p:sp>
      <p:sp>
        <p:nvSpPr>
          <p:cNvPr id="13" name="Rectangle 12"/>
          <p:cNvSpPr/>
          <p:nvPr/>
        </p:nvSpPr>
        <p:spPr>
          <a:xfrm>
            <a:off x="3313442" y="4354830"/>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132080" y="3106674"/>
            <a:ext cx="2708910" cy="1357884"/>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012" b="1">
                <a:solidFill>
                  <a:srgbClr val="053238"/>
                </a:solidFill>
                <a:latin typeface="Arial"/>
              </a:rPr>
              <a:t>Privacy by design</a:t>
            </a:r>
          </a:p>
          <a:p>
            <a:pPr algn="l">
              <a:lnSpc>
                <a:spcPct val="105000"/>
              </a:lnSpc>
            </a:pPr>
            <a:r>
              <a:rPr sz="825">
                <a:solidFill>
                  <a:srgbClr val="44655F"/>
                </a:solidFill>
                <a:latin typeface="Arial"/>
              </a:rPr>
              <a:t>Role-guarded pages, order data scoped to its owner, hashed passwords (bcrypt/argon2 server-side in production), and a chatbot that only sees your own orders.</a:t>
            </a:r>
          </a:p>
        </p:txBody>
      </p:sp>
      <p:sp>
        <p:nvSpPr>
          <p:cNvPr id="15" name="Rectangle 14"/>
          <p:cNvSpPr/>
          <p:nvPr/>
        </p:nvSpPr>
        <p:spPr>
          <a:xfrm>
            <a:off x="6228092" y="4354830"/>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190" y="4834890"/>
            <a:ext cx="8366760" cy="240030"/>
          </a:xfrm>
          <a:prstGeom prst="rect">
            <a:avLst/>
          </a:prstGeom>
          <a:noFill/>
        </p:spPr>
        <p:txBody>
          <a:bodyPr wrap="none">
            <a:spAutoFit/>
          </a:bodyPr>
          <a:lstStyle/>
          <a:p>
            <a:r>
              <a:rPr sz="750">
                <a:solidFill>
                  <a:srgbClr val="44655F"/>
                </a:solidFill>
                <a:latin typeface="Arial"/>
              </a:rPr>
              <a:t>Shop Well — client pitch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2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88036"/>
            <a:ext cx="8366760" cy="994410"/>
          </a:xfrm>
          <a:prstGeom prst="rect">
            <a:avLst/>
          </a:prstGeom>
          <a:noFill/>
        </p:spPr>
        <p:txBody>
          <a:bodyPr wrap="square" anchor="t" lIns="0" rIns="0" tIns="0" bIns="0">
            <a:spAutoFit/>
          </a:bodyPr>
          <a:lstStyle/>
          <a:p>
            <a:pPr algn="l">
              <a:lnSpc>
                <a:spcPct val="108000"/>
              </a:lnSpc>
              <a:spcAft>
                <a:spcPts val="450"/>
              </a:spcAft>
            </a:pPr>
            <a:r>
              <a:rPr sz="938" b="1">
                <a:solidFill>
                  <a:srgbClr val="940758"/>
                </a:solidFill>
                <a:latin typeface="Arial"/>
              </a:rPr>
              <a:t>THE WORK SO FAR</a:t>
            </a:r>
          </a:p>
          <a:p>
            <a:pPr algn="l">
              <a:lnSpc>
                <a:spcPct val="108000"/>
              </a:lnSpc>
              <a:spcAft>
                <a:spcPts val="300"/>
              </a:spcAft>
            </a:pPr>
            <a:r>
              <a:rPr sz="2325" b="1">
                <a:solidFill>
                  <a:srgbClr val="053238"/>
                </a:solidFill>
                <a:latin typeface="Arial Black"/>
              </a:rPr>
              <a:t>Everything delivered to date</a:t>
            </a:r>
          </a:p>
          <a:p>
            <a:pPr algn="l">
              <a:lnSpc>
                <a:spcPct val="108000"/>
              </a:lnSpc>
              <a:spcAft>
                <a:spcPts val="0"/>
              </a:spcAft>
            </a:pPr>
            <a:r>
              <a:rPr sz="1088" b="0">
                <a:solidFill>
                  <a:srgbClr val="44655F"/>
                </a:solidFill>
                <a:latin typeface="Arial"/>
              </a:rPr>
              <a:t>Five milestones, each shipped working and tested.</a:t>
            </a:r>
          </a:p>
        </p:txBody>
      </p:sp>
      <p:sp>
        <p:nvSpPr>
          <p:cNvPr id="4" name="Oval 3"/>
          <p:cNvSpPr/>
          <p:nvPr/>
        </p:nvSpPr>
        <p:spPr>
          <a:xfrm>
            <a:off x="589788" y="1453896"/>
            <a:ext cx="137160" cy="137160"/>
          </a:xfrm>
          <a:prstGeom prst="ellipse">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658368" y="1604772"/>
            <a:ext cx="0" cy="411480"/>
          </a:xfrm>
          <a:prstGeom prst="line">
            <a:avLst/>
          </a:prstGeom>
          <a:ln w="19050">
            <a:solidFill>
              <a:srgbClr val="D4E8DC"/>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91539" y="1371600"/>
            <a:ext cx="5486400" cy="617220"/>
          </a:xfrm>
          <a:prstGeom prst="rect">
            <a:avLst/>
          </a:prstGeom>
          <a:noFill/>
        </p:spPr>
        <p:txBody>
          <a:bodyPr wrap="square" anchor="t" lIns="0" rIns="0" tIns="0" bIns="0">
            <a:spAutoFit/>
          </a:bodyPr>
          <a:lstStyle/>
          <a:p>
            <a:pPr algn="l">
              <a:lnSpc>
                <a:spcPct val="105000"/>
              </a:lnSpc>
              <a:spcAft>
                <a:spcPts val="300"/>
              </a:spcAft>
            </a:pPr>
            <a:r>
              <a:rPr sz="862" b="1">
                <a:solidFill>
                  <a:srgbClr val="053238"/>
                </a:solidFill>
                <a:latin typeface="Arial"/>
              </a:rPr>
              <a:t>1 · Full prototype   </a:t>
            </a:r>
            <a:r>
              <a:rPr sz="862" b="0">
                <a:solidFill>
                  <a:srgbClr val="44655F"/>
                </a:solidFill>
                <a:latin typeface="Arial"/>
              </a:rPr>
              <a:t>The complete marketplace in one page: landing, shop, basket and checkout, supplier portal, admin console and chatbot — built directly from the 6 July client interview and the requirements capture document.</a:t>
            </a:r>
          </a:p>
        </p:txBody>
      </p:sp>
      <p:sp>
        <p:nvSpPr>
          <p:cNvPr id="7" name="Oval 6"/>
          <p:cNvSpPr/>
          <p:nvPr/>
        </p:nvSpPr>
        <p:spPr>
          <a:xfrm>
            <a:off x="589788" y="2125980"/>
            <a:ext cx="137160" cy="137160"/>
          </a:xfrm>
          <a:prstGeom prst="ellipse">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658368" y="2276856"/>
            <a:ext cx="0" cy="411480"/>
          </a:xfrm>
          <a:prstGeom prst="line">
            <a:avLst/>
          </a:prstGeom>
          <a:ln w="19050">
            <a:solidFill>
              <a:srgbClr val="D4E8DC"/>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91539" y="2043684"/>
            <a:ext cx="5486400" cy="617220"/>
          </a:xfrm>
          <a:prstGeom prst="rect">
            <a:avLst/>
          </a:prstGeom>
          <a:noFill/>
        </p:spPr>
        <p:txBody>
          <a:bodyPr wrap="square" anchor="t" lIns="0" rIns="0" tIns="0" bIns="0">
            <a:spAutoFit/>
          </a:bodyPr>
          <a:lstStyle/>
          <a:p>
            <a:pPr algn="l">
              <a:lnSpc>
                <a:spcPct val="105000"/>
              </a:lnSpc>
              <a:spcAft>
                <a:spcPts val="300"/>
              </a:spcAft>
            </a:pPr>
            <a:r>
              <a:rPr sz="862" b="1">
                <a:solidFill>
                  <a:srgbClr val="053238"/>
                </a:solidFill>
                <a:latin typeface="Arial"/>
              </a:rPr>
              <a:t>2 · Accounts &amp; sign-in   </a:t>
            </a:r>
            <a:r>
              <a:rPr sz="862" b="0">
                <a:solidFill>
                  <a:srgbClr val="44655F"/>
                </a:solidFill>
                <a:latin typeface="Arial"/>
              </a:rPr>
              <a:t>Working authentication for all three roles with role-guarded pages and reload-safe sessions. Supplier sign-ups feed the admin approval queue. Real produce photography replaced placeholder art.</a:t>
            </a:r>
          </a:p>
        </p:txBody>
      </p:sp>
      <p:sp>
        <p:nvSpPr>
          <p:cNvPr id="10" name="Oval 9"/>
          <p:cNvSpPr/>
          <p:nvPr/>
        </p:nvSpPr>
        <p:spPr>
          <a:xfrm>
            <a:off x="589788" y="2798064"/>
            <a:ext cx="137160" cy="137160"/>
          </a:xfrm>
          <a:prstGeom prst="ellipse">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658368" y="2948940"/>
            <a:ext cx="0" cy="411480"/>
          </a:xfrm>
          <a:prstGeom prst="line">
            <a:avLst/>
          </a:prstGeom>
          <a:ln w="19050">
            <a:solidFill>
              <a:srgbClr val="D4E8DC"/>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91539" y="2715768"/>
            <a:ext cx="5486400" cy="617220"/>
          </a:xfrm>
          <a:prstGeom prst="rect">
            <a:avLst/>
          </a:prstGeom>
          <a:noFill/>
        </p:spPr>
        <p:txBody>
          <a:bodyPr wrap="square" anchor="t" lIns="0" rIns="0" tIns="0" bIns="0">
            <a:spAutoFit/>
          </a:bodyPr>
          <a:lstStyle/>
          <a:p>
            <a:pPr algn="l">
              <a:lnSpc>
                <a:spcPct val="105000"/>
              </a:lnSpc>
              <a:spcAft>
                <a:spcPts val="300"/>
              </a:spcAft>
            </a:pPr>
            <a:r>
              <a:rPr sz="862" b="1">
                <a:solidFill>
                  <a:srgbClr val="053238"/>
                </a:solidFill>
                <a:latin typeface="Arial"/>
              </a:rPr>
              <a:t>3 · CI/CD pipeline   </a:t>
            </a:r>
            <a:r>
              <a:rPr sz="862" b="0">
                <a:solidFill>
                  <a:srgbClr val="44655F"/>
                </a:solidFill>
                <a:latin typeface="Arial"/>
              </a:rPr>
              <a:t>Every push: JavaScript syntax check, the full test suite, a Docker build with a smoke test, and automatic publish of the image to GitHub Container Registry (including a registry naming fix).</a:t>
            </a:r>
          </a:p>
        </p:txBody>
      </p:sp>
      <p:sp>
        <p:nvSpPr>
          <p:cNvPr id="13" name="Oval 12"/>
          <p:cNvSpPr/>
          <p:nvPr/>
        </p:nvSpPr>
        <p:spPr>
          <a:xfrm>
            <a:off x="589788" y="3470148"/>
            <a:ext cx="137160" cy="137160"/>
          </a:xfrm>
          <a:prstGeom prst="ellipse">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658368" y="3621023"/>
            <a:ext cx="0" cy="411480"/>
          </a:xfrm>
          <a:prstGeom prst="line">
            <a:avLst/>
          </a:prstGeom>
          <a:ln w="19050">
            <a:solidFill>
              <a:srgbClr val="D4E8DC"/>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91539" y="3387852"/>
            <a:ext cx="5486400" cy="617220"/>
          </a:xfrm>
          <a:prstGeom prst="rect">
            <a:avLst/>
          </a:prstGeom>
          <a:noFill/>
        </p:spPr>
        <p:txBody>
          <a:bodyPr wrap="square" anchor="t" lIns="0" rIns="0" tIns="0" bIns="0">
            <a:spAutoFit/>
          </a:bodyPr>
          <a:lstStyle/>
          <a:p>
            <a:pPr algn="l">
              <a:lnSpc>
                <a:spcPct val="105000"/>
              </a:lnSpc>
              <a:spcAft>
                <a:spcPts val="300"/>
              </a:spcAft>
            </a:pPr>
            <a:r>
              <a:rPr sz="862" b="1">
                <a:solidFill>
                  <a:srgbClr val="053238"/>
                </a:solidFill>
                <a:latin typeface="Arial"/>
              </a:rPr>
              <a:t>4 · Photo upload — new listings   </a:t>
            </a:r>
            <a:r>
              <a:rPr sz="862" b="0">
                <a:solidFill>
                  <a:srgbClr val="44655F"/>
                </a:solidFill>
                <a:latin typeface="Arial"/>
              </a:rPr>
              <a:t>Suppliers attach a product photo when creating a listing, with a live preview; images are downscaled in the browser and appear in the shop immediately.</a:t>
            </a:r>
          </a:p>
        </p:txBody>
      </p:sp>
      <p:sp>
        <p:nvSpPr>
          <p:cNvPr id="16" name="Oval 15"/>
          <p:cNvSpPr/>
          <p:nvPr/>
        </p:nvSpPr>
        <p:spPr>
          <a:xfrm>
            <a:off x="589788" y="4142232"/>
            <a:ext cx="137160" cy="137160"/>
          </a:xfrm>
          <a:prstGeom prst="ellipse">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1539" y="4059936"/>
            <a:ext cx="5486400" cy="617220"/>
          </a:xfrm>
          <a:prstGeom prst="rect">
            <a:avLst/>
          </a:prstGeom>
          <a:noFill/>
        </p:spPr>
        <p:txBody>
          <a:bodyPr wrap="square" anchor="t" lIns="0" rIns="0" tIns="0" bIns="0">
            <a:spAutoFit/>
          </a:bodyPr>
          <a:lstStyle/>
          <a:p>
            <a:pPr algn="l">
              <a:lnSpc>
                <a:spcPct val="105000"/>
              </a:lnSpc>
              <a:spcAft>
                <a:spcPts val="300"/>
              </a:spcAft>
            </a:pPr>
            <a:r>
              <a:rPr sz="862" b="1">
                <a:solidFill>
                  <a:srgbClr val="053238"/>
                </a:solidFill>
                <a:latin typeface="Arial"/>
              </a:rPr>
              <a:t>5 · Photo upload — existing listings   </a:t>
            </a:r>
            <a:r>
              <a:rPr sz="862" b="0">
                <a:solidFill>
                  <a:srgbClr val="44655F"/>
                </a:solidFill>
                <a:latin typeface="Arial"/>
              </a:rPr>
              <a:t>Add or change a photo on any existing listing straight from the My listings table; non-image files are rejected. Tests grew to cover both flows.</a:t>
            </a:r>
          </a:p>
        </p:txBody>
      </p:sp>
      <p:sp>
        <p:nvSpPr>
          <p:cNvPr id="18" name="Rounded Rectangle 17"/>
          <p:cNvSpPr/>
          <p:nvPr/>
        </p:nvSpPr>
        <p:spPr>
          <a:xfrm>
            <a:off x="6652260" y="1371600"/>
            <a:ext cx="2125980" cy="3223260"/>
          </a:xfrm>
          <a:prstGeom prst="roundRect">
            <a:avLst>
              <a:gd name="adj" fmla="val 6000"/>
            </a:avLst>
          </a:prstGeom>
          <a:solidFill>
            <a:srgbClr val="0532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876" rIns="123444" tIns="137160"/>
          <a:lstStyle/>
          <a:p>
            <a:pPr algn="l">
              <a:spcAft>
                <a:spcPts val="0"/>
              </a:spcAft>
            </a:pPr>
            <a:r>
              <a:rPr sz="1800" b="1">
                <a:solidFill>
                  <a:srgbClr val="8EF050"/>
                </a:solidFill>
                <a:latin typeface="Arial Black"/>
              </a:rPr>
              <a:t>3</a:t>
            </a:r>
          </a:p>
          <a:p>
            <a:pPr algn="l">
              <a:spcAft>
                <a:spcPts val="675"/>
              </a:spcAft>
            </a:pPr>
            <a:r>
              <a:rPr sz="788">
                <a:solidFill>
                  <a:srgbClr val="C9EBD6"/>
                </a:solidFill>
                <a:latin typeface="Arial"/>
              </a:rPr>
              <a:t>user roles, fully signed-in</a:t>
            </a:r>
          </a:p>
          <a:p>
            <a:pPr algn="l">
              <a:spcAft>
                <a:spcPts val="0"/>
              </a:spcAft>
            </a:pPr>
            <a:r>
              <a:rPr sz="1800" b="1">
                <a:solidFill>
                  <a:srgbClr val="8EF050"/>
                </a:solidFill>
                <a:latin typeface="Arial Black"/>
              </a:rPr>
              <a:t>14</a:t>
            </a:r>
          </a:p>
          <a:p>
            <a:pPr algn="l">
              <a:spcAft>
                <a:spcPts val="675"/>
              </a:spcAft>
            </a:pPr>
            <a:r>
              <a:rPr sz="788">
                <a:solidFill>
                  <a:srgbClr val="C9EBD6"/>
                </a:solidFill>
                <a:latin typeface="Arial"/>
              </a:rPr>
              <a:t>automated tests, all green</a:t>
            </a:r>
          </a:p>
          <a:p>
            <a:pPr algn="l">
              <a:spcAft>
                <a:spcPts val="0"/>
              </a:spcAft>
            </a:pPr>
            <a:r>
              <a:rPr sz="1800" b="1">
                <a:solidFill>
                  <a:srgbClr val="8EF050"/>
                </a:solidFill>
                <a:latin typeface="Arial Black"/>
              </a:rPr>
              <a:t>1</a:t>
            </a:r>
          </a:p>
          <a:p>
            <a:pPr algn="l">
              <a:spcAft>
                <a:spcPts val="675"/>
              </a:spcAft>
            </a:pPr>
            <a:r>
              <a:rPr sz="788">
                <a:solidFill>
                  <a:srgbClr val="C9EBD6"/>
                </a:solidFill>
                <a:latin typeface="Arial"/>
              </a:rPr>
              <a:t>file — the whole app, zero dependencies</a:t>
            </a:r>
          </a:p>
          <a:p>
            <a:pPr algn="l">
              <a:spcAft>
                <a:spcPts val="0"/>
              </a:spcAft>
            </a:pPr>
            <a:r>
              <a:rPr sz="1800" b="1">
                <a:solidFill>
                  <a:srgbClr val="8EF050"/>
                </a:solidFill>
                <a:latin typeface="Arial Black"/>
              </a:rPr>
              <a:t>10%</a:t>
            </a:r>
          </a:p>
          <a:p>
            <a:pPr algn="l">
              <a:spcAft>
                <a:spcPts val="675"/>
              </a:spcAft>
            </a:pPr>
            <a:r>
              <a:rPr sz="788">
                <a:solidFill>
                  <a:srgbClr val="C9EBD6"/>
                </a:solidFill>
                <a:latin typeface="Arial"/>
              </a:rPr>
              <a:t>commission per sale, split automatically</a:t>
            </a:r>
          </a:p>
          <a:p>
            <a:pPr algn="l">
              <a:spcAft>
                <a:spcPts val="0"/>
              </a:spcAft>
            </a:pPr>
            <a:r>
              <a:rPr sz="1800" b="1">
                <a:solidFill>
                  <a:srgbClr val="8EF050"/>
                </a:solidFill>
                <a:latin typeface="Arial Black"/>
              </a:rPr>
              <a:t>~2 MB</a:t>
            </a:r>
          </a:p>
          <a:p>
            <a:pPr algn="l">
              <a:spcAft>
                <a:spcPts val="675"/>
              </a:spcAft>
            </a:pPr>
            <a:r>
              <a:rPr sz="788">
                <a:solidFill>
                  <a:srgbClr val="C9EBD6"/>
                </a:solidFill>
                <a:latin typeface="Arial"/>
              </a:rPr>
              <a:t>of openly licensed photos, works offline</a:t>
            </a:r>
          </a:p>
          <a:p>
            <a:pPr algn="l">
              <a:spcAft>
                <a:spcPts val="0"/>
              </a:spcAft>
            </a:pPr>
            <a:r>
              <a:rPr sz="1800" b="1">
                <a:solidFill>
                  <a:srgbClr val="8EF050"/>
                </a:solidFill>
                <a:latin typeface="Arial Black"/>
              </a:rPr>
              <a:t>0</a:t>
            </a:r>
          </a:p>
          <a:p>
            <a:pPr algn="l">
              <a:spcAft>
                <a:spcPts val="675"/>
              </a:spcAft>
            </a:pPr>
            <a:r>
              <a:rPr sz="788">
                <a:solidFill>
                  <a:srgbClr val="C9EBD6"/>
                </a:solidFill>
                <a:latin typeface="Arial"/>
              </a:rPr>
              <a:t>config needed to deploy the Docker image</a:t>
            </a:r>
          </a:p>
        </p:txBody>
      </p:sp>
      <p:sp>
        <p:nvSpPr>
          <p:cNvPr id="19" name="TextBox 18"/>
          <p:cNvSpPr txBox="1"/>
          <p:nvPr/>
        </p:nvSpPr>
        <p:spPr>
          <a:xfrm>
            <a:off x="377190" y="4834890"/>
            <a:ext cx="8366760" cy="240030"/>
          </a:xfrm>
          <a:prstGeom prst="rect">
            <a:avLst/>
          </a:prstGeom>
          <a:noFill/>
        </p:spPr>
        <p:txBody>
          <a:bodyPr wrap="none">
            <a:spAutoFit/>
          </a:bodyPr>
          <a:lstStyle/>
          <a:p>
            <a:r>
              <a:rPr sz="750">
                <a:solidFill>
                  <a:srgbClr val="44655F"/>
                </a:solidFill>
                <a:latin typeface="Arial"/>
              </a:rPr>
              <a:t>Shop Well — client pitch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2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88036"/>
            <a:ext cx="8366760" cy="994410"/>
          </a:xfrm>
          <a:prstGeom prst="rect">
            <a:avLst/>
          </a:prstGeom>
          <a:noFill/>
        </p:spPr>
        <p:txBody>
          <a:bodyPr wrap="square" anchor="t" lIns="0" rIns="0" tIns="0" bIns="0">
            <a:spAutoFit/>
          </a:bodyPr>
          <a:lstStyle/>
          <a:p>
            <a:pPr algn="l">
              <a:lnSpc>
                <a:spcPct val="108000"/>
              </a:lnSpc>
              <a:spcAft>
                <a:spcPts val="450"/>
              </a:spcAft>
            </a:pPr>
            <a:r>
              <a:rPr sz="938" b="1">
                <a:solidFill>
                  <a:srgbClr val="940758"/>
                </a:solidFill>
                <a:latin typeface="Arial"/>
              </a:rPr>
              <a:t>ENGINEERING YOU CAN RELY ON</a:t>
            </a:r>
          </a:p>
          <a:p>
            <a:pPr algn="l">
              <a:lnSpc>
                <a:spcPct val="108000"/>
              </a:lnSpc>
              <a:spcAft>
                <a:spcPts val="300"/>
              </a:spcAft>
            </a:pPr>
            <a:r>
              <a:rPr sz="2325" b="1">
                <a:solidFill>
                  <a:srgbClr val="053238"/>
                </a:solidFill>
                <a:latin typeface="Arial Black"/>
              </a:rPr>
              <a:t>Tested like a user, shipped like a product</a:t>
            </a:r>
          </a:p>
        </p:txBody>
      </p:sp>
      <p:sp>
        <p:nvSpPr>
          <p:cNvPr id="4" name="Rounded Rectangle 3"/>
          <p:cNvSpPr/>
          <p:nvPr/>
        </p:nvSpPr>
        <p:spPr>
          <a:xfrm>
            <a:off x="302780" y="1268730"/>
            <a:ext cx="2708910" cy="1577340"/>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012" b="1">
                <a:solidFill>
                  <a:srgbClr val="053238"/>
                </a:solidFill>
                <a:latin typeface="Arial"/>
              </a:rPr>
              <a:t>14 integration tests</a:t>
            </a:r>
          </a:p>
          <a:p>
            <a:pPr algn="l">
              <a:lnSpc>
                <a:spcPct val="105000"/>
              </a:lnSpc>
            </a:pPr>
            <a:r>
              <a:rPr sz="788">
                <a:solidFill>
                  <a:srgbClr val="44655F"/>
                </a:solidFill>
                <a:latin typeface="Arial"/>
              </a:rPr>
              <a:t>The suite boots the real page and drives it the way a user would — filling forms, clicking through, asserting on what renders. Sign-in, all four role guards, checkout end-to-end, supplier approval, photo uploads, chatbot privacy.</a:t>
            </a:r>
          </a:p>
        </p:txBody>
      </p:sp>
      <p:sp>
        <p:nvSpPr>
          <p:cNvPr id="5" name="Rectangle 4"/>
          <p:cNvSpPr/>
          <p:nvPr/>
        </p:nvSpPr>
        <p:spPr>
          <a:xfrm>
            <a:off x="398792" y="273634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17430" y="1268730"/>
            <a:ext cx="2708910" cy="1577340"/>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012" b="1">
                <a:solidFill>
                  <a:srgbClr val="053238"/>
                </a:solidFill>
                <a:latin typeface="Arial"/>
              </a:rPr>
              <a:t>CI on every push</a:t>
            </a:r>
          </a:p>
          <a:p>
            <a:pPr algn="l">
              <a:lnSpc>
                <a:spcPct val="105000"/>
              </a:lnSpc>
            </a:pPr>
            <a:r>
              <a:rPr sz="788">
                <a:solidFill>
                  <a:srgbClr val="44655F"/>
                </a:solidFill>
                <a:latin typeface="Arial"/>
              </a:rPr>
              <a:t>GitHub Actions syntax-checks the JavaScript, runs the full suite, builds the Docker image and curl-tests that it actually serves the page — then publishes to GitHub Container Registry on main.</a:t>
            </a:r>
          </a:p>
        </p:txBody>
      </p:sp>
      <p:sp>
        <p:nvSpPr>
          <p:cNvPr id="7" name="Rectangle 6"/>
          <p:cNvSpPr/>
          <p:nvPr/>
        </p:nvSpPr>
        <p:spPr>
          <a:xfrm>
            <a:off x="3313442" y="273634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32080" y="1268730"/>
            <a:ext cx="2708910" cy="1577340"/>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012" b="1">
                <a:solidFill>
                  <a:srgbClr val="053238"/>
                </a:solidFill>
                <a:latin typeface="Arial"/>
              </a:rPr>
              <a:t>Deploy anywhere in one line</a:t>
            </a:r>
          </a:p>
          <a:p>
            <a:pPr algn="l">
              <a:lnSpc>
                <a:spcPct val="105000"/>
              </a:lnSpc>
            </a:pPr>
            <a:r>
              <a:rPr sz="788">
                <a:solidFill>
                  <a:srgbClr val="44655F"/>
                </a:solidFill>
                <a:latin typeface="Arial"/>
              </a:rPr>
              <a:t>The image is fully self-contained: no database, no environment variables, nothing to configure. Azure Container Instances, AWS App Runner or Google Cloud Run — the commands ship in the workflow file.</a:t>
            </a:r>
          </a:p>
        </p:txBody>
      </p:sp>
      <p:sp>
        <p:nvSpPr>
          <p:cNvPr id="9" name="Rectangle 8"/>
          <p:cNvSpPr/>
          <p:nvPr/>
        </p:nvSpPr>
        <p:spPr>
          <a:xfrm>
            <a:off x="6228092" y="273634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02780" y="3086100"/>
            <a:ext cx="2708910" cy="1577340"/>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012" b="1">
                <a:solidFill>
                  <a:srgbClr val="053238"/>
                </a:solidFill>
                <a:latin typeface="Arial"/>
              </a:rPr>
              <a:t>Bugs became automation</a:t>
            </a:r>
          </a:p>
          <a:p>
            <a:pPr algn="l">
              <a:lnSpc>
                <a:spcPct val="105000"/>
              </a:lnSpc>
            </a:pPr>
            <a:r>
              <a:rPr sz="788">
                <a:solidFill>
                  <a:srgbClr val="44655F"/>
                </a:solidFill>
                <a:latin typeface="Arial"/>
              </a:rPr>
              <a:t>A one-character bug (an apostrophe in a template string) broke the app once — the check that caught it is now a permanent CI step. A jsdom incompatibility was fixed by moving to the more standard API, and tests caught it immediately.</a:t>
            </a:r>
          </a:p>
        </p:txBody>
      </p:sp>
      <p:sp>
        <p:nvSpPr>
          <p:cNvPr id="11" name="Rectangle 10"/>
          <p:cNvSpPr/>
          <p:nvPr/>
        </p:nvSpPr>
        <p:spPr>
          <a:xfrm>
            <a:off x="398792" y="455371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17430" y="3086100"/>
            <a:ext cx="2708910" cy="1577340"/>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012" b="1">
                <a:solidFill>
                  <a:srgbClr val="053238"/>
                </a:solidFill>
                <a:latin typeface="Arial"/>
              </a:rPr>
              <a:t>Consistency by design</a:t>
            </a:r>
          </a:p>
          <a:p>
            <a:pPr algn="l">
              <a:lnSpc>
                <a:spcPct val="105000"/>
              </a:lnSpc>
            </a:pPr>
            <a:r>
              <a:rPr sz="788">
                <a:solidFill>
                  <a:srgbClr val="44655F"/>
                </a:solidFill>
                <a:latin typeface="Arial"/>
              </a:rPr>
              <a:t>Refunds adjust the order total, the shipment and the supplier flag through one dedicated routine — the shop and the portal can never disagree about stock or money.</a:t>
            </a:r>
          </a:p>
        </p:txBody>
      </p:sp>
      <p:sp>
        <p:nvSpPr>
          <p:cNvPr id="13" name="Rectangle 12"/>
          <p:cNvSpPr/>
          <p:nvPr/>
        </p:nvSpPr>
        <p:spPr>
          <a:xfrm>
            <a:off x="3313442" y="455371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132080" y="3086100"/>
            <a:ext cx="2708910" cy="1577340"/>
          </a:xfrm>
          <a:prstGeom prst="roundRect">
            <a:avLst>
              <a:gd name="adj" fmla="val 8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96012" bIns="41148"/>
          <a:lstStyle/>
          <a:p>
            <a:pPr algn="l">
              <a:lnSpc>
                <a:spcPct val="105000"/>
              </a:lnSpc>
              <a:spcAft>
                <a:spcPts val="225"/>
              </a:spcAft>
            </a:pPr>
            <a:r>
              <a:rPr sz="1012" b="1">
                <a:solidFill>
                  <a:srgbClr val="053238"/>
                </a:solidFill>
                <a:latin typeface="Arial"/>
              </a:rPr>
              <a:t>Offline-first</a:t>
            </a:r>
          </a:p>
          <a:p>
            <a:pPr algn="l">
              <a:lnSpc>
                <a:spcPct val="105000"/>
              </a:lnSpc>
            </a:pPr>
            <a:r>
              <a:rPr sz="788">
                <a:solidFill>
                  <a:srgbClr val="44655F"/>
                </a:solidFill>
                <a:latin typeface="Arial"/>
              </a:rPr>
              <a:t>Openly licensed Wikimedia photos ship in the repo (credits in the README), so the demo works with no network — from a double-click, in Docker, or in the cloud.</a:t>
            </a:r>
          </a:p>
        </p:txBody>
      </p:sp>
      <p:sp>
        <p:nvSpPr>
          <p:cNvPr id="15" name="Rectangle 14"/>
          <p:cNvSpPr/>
          <p:nvPr/>
        </p:nvSpPr>
        <p:spPr>
          <a:xfrm>
            <a:off x="6228092" y="4553712"/>
            <a:ext cx="377190" cy="37719"/>
          </a:xfrm>
          <a:prstGeom prst="rect">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190" y="4834890"/>
            <a:ext cx="8366760" cy="240030"/>
          </a:xfrm>
          <a:prstGeom prst="rect">
            <a:avLst/>
          </a:prstGeom>
          <a:noFill/>
        </p:spPr>
        <p:txBody>
          <a:bodyPr wrap="none">
            <a:spAutoFit/>
          </a:bodyPr>
          <a:lstStyle/>
          <a:p>
            <a:r>
              <a:rPr sz="750">
                <a:solidFill>
                  <a:srgbClr val="44655F"/>
                </a:solidFill>
                <a:latin typeface="Arial"/>
              </a:rPr>
              <a:t>Shop Well — client pitch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2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88036"/>
            <a:ext cx="8366760" cy="994410"/>
          </a:xfrm>
          <a:prstGeom prst="rect">
            <a:avLst/>
          </a:prstGeom>
          <a:noFill/>
        </p:spPr>
        <p:txBody>
          <a:bodyPr wrap="square" anchor="t" lIns="0" rIns="0" tIns="0" bIns="0">
            <a:spAutoFit/>
          </a:bodyPr>
          <a:lstStyle/>
          <a:p>
            <a:pPr algn="l">
              <a:lnSpc>
                <a:spcPct val="108000"/>
              </a:lnSpc>
              <a:spcAft>
                <a:spcPts val="450"/>
              </a:spcAft>
            </a:pPr>
            <a:r>
              <a:rPr sz="938" b="1">
                <a:solidFill>
                  <a:srgbClr val="940758"/>
                </a:solidFill>
                <a:latin typeface="Arial"/>
              </a:rPr>
              <a:t>REQUIREMENTS TRACEABILITY</a:t>
            </a:r>
          </a:p>
          <a:p>
            <a:pPr algn="l">
              <a:lnSpc>
                <a:spcPct val="108000"/>
              </a:lnSpc>
              <a:spcAft>
                <a:spcPts val="300"/>
              </a:spcAft>
            </a:pPr>
            <a:r>
              <a:rPr sz="2325" b="1">
                <a:solidFill>
                  <a:srgbClr val="053238"/>
                </a:solidFill>
                <a:latin typeface="Arial Black"/>
              </a:rPr>
              <a:t>Every 'Must' and 'Should' — delivered</a:t>
            </a:r>
          </a:p>
          <a:p>
            <a:pPr algn="l">
              <a:lnSpc>
                <a:spcPct val="108000"/>
              </a:lnSpc>
              <a:spcAft>
                <a:spcPts val="0"/>
              </a:spcAft>
            </a:pPr>
            <a:r>
              <a:rPr sz="1088" b="0">
                <a:solidFill>
                  <a:srgbClr val="44655F"/>
                </a:solidFill>
                <a:latin typeface="Arial"/>
              </a:rPr>
              <a:t>Each line traces to the Requirements Capture Document or a client interview answer.</a:t>
            </a:r>
          </a:p>
        </p:txBody>
      </p:sp>
      <p:sp>
        <p:nvSpPr>
          <p:cNvPr id="4" name="TextBox 3"/>
          <p:cNvSpPr txBox="1"/>
          <p:nvPr/>
        </p:nvSpPr>
        <p:spPr>
          <a:xfrm>
            <a:off x="548640" y="1405889"/>
            <a:ext cx="3909060" cy="3154680"/>
          </a:xfrm>
          <a:prstGeom prst="rect">
            <a:avLst/>
          </a:prstGeom>
          <a:noFill/>
        </p:spPr>
        <p:txBody>
          <a:bodyPr wrap="square">
            <a:spAutoFit/>
          </a:bodyPr>
          <a:lstStyle/>
          <a:p>
            <a:pPr>
              <a:lnSpc>
                <a:spcPct val="100000"/>
              </a:lnSpc>
              <a:spcAft>
                <a:spcPts val="450"/>
              </a:spcAft>
            </a:pPr>
            <a:r>
              <a:rPr sz="938" b="1">
                <a:solidFill>
                  <a:srgbClr val="940758"/>
                </a:solidFill>
                <a:latin typeface="Arial"/>
              </a:rPr>
              <a:t>MUST</a:t>
            </a:r>
          </a:p>
          <a:p>
            <a:pPr>
              <a:lnSpc>
                <a:spcPct val="100000"/>
              </a:lnSpc>
              <a:spcAft>
                <a:spcPts val="450"/>
              </a:spcAft>
            </a:pPr>
            <a:r>
              <a:rPr sz="938" b="1">
                <a:solidFill>
                  <a:srgbClr val="00B140"/>
                </a:solidFill>
                <a:latin typeface="Arial"/>
              </a:rPr>
              <a:t>✓  </a:t>
            </a:r>
            <a:r>
              <a:rPr sz="938">
                <a:solidFill>
                  <a:srgbClr val="04262E"/>
                </a:solidFill>
                <a:latin typeface="Arial"/>
              </a:rPr>
              <a:t>Separate accounts for customers, suppliers and admins — role-guarded</a:t>
            </a:r>
          </a:p>
          <a:p>
            <a:pPr>
              <a:lnSpc>
                <a:spcPct val="100000"/>
              </a:lnSpc>
              <a:spcAft>
                <a:spcPts val="450"/>
              </a:spcAft>
            </a:pPr>
            <a:r>
              <a:rPr sz="938" b="1">
                <a:solidFill>
                  <a:srgbClr val="00B140"/>
                </a:solidFill>
                <a:latin typeface="Arial"/>
              </a:rPr>
              <a:t>✓  </a:t>
            </a:r>
            <a:r>
              <a:rPr sz="938">
                <a:solidFill>
                  <a:srgbClr val="04262E"/>
                </a:solidFill>
                <a:latin typeface="Arial"/>
              </a:rPr>
              <a:t>New customer and supplier registration</a:t>
            </a:r>
          </a:p>
          <a:p>
            <a:pPr>
              <a:lnSpc>
                <a:spcPct val="100000"/>
              </a:lnSpc>
              <a:spcAft>
                <a:spcPts val="450"/>
              </a:spcAft>
            </a:pPr>
            <a:r>
              <a:rPr sz="938" b="1">
                <a:solidFill>
                  <a:srgbClr val="00B140"/>
                </a:solidFill>
                <a:latin typeface="Arial"/>
              </a:rPr>
              <a:t>✓  </a:t>
            </a:r>
            <a:r>
              <a:rPr sz="938">
                <a:solidFill>
                  <a:srgbClr val="04262E"/>
                </a:solidFill>
                <a:latin typeface="Arial"/>
              </a:rPr>
              <a:t>Suppliers create and manage their own listings (with photos)</a:t>
            </a:r>
          </a:p>
          <a:p>
            <a:pPr>
              <a:lnSpc>
                <a:spcPct val="100000"/>
              </a:lnSpc>
              <a:spcAft>
                <a:spcPts val="450"/>
              </a:spcAft>
            </a:pPr>
            <a:r>
              <a:rPr sz="938" b="1">
                <a:solidFill>
                  <a:srgbClr val="00B140"/>
                </a:solidFill>
                <a:latin typeface="Arial"/>
              </a:rPr>
              <a:t>✓  </a:t>
            </a:r>
            <a:r>
              <a:rPr sz="938">
                <a:solidFill>
                  <a:srgbClr val="04262E"/>
                </a:solidFill>
                <a:latin typeface="Arial"/>
              </a:rPr>
              <a:t>Stock at zero cannot be ordered — enforced in three places</a:t>
            </a:r>
          </a:p>
          <a:p>
            <a:pPr>
              <a:lnSpc>
                <a:spcPct val="100000"/>
              </a:lnSpc>
              <a:spcAft>
                <a:spcPts val="450"/>
              </a:spcAft>
            </a:pPr>
            <a:r>
              <a:rPr sz="938" b="1">
                <a:solidFill>
                  <a:srgbClr val="00B140"/>
                </a:solidFill>
                <a:latin typeface="Arial"/>
              </a:rPr>
              <a:t>✓  </a:t>
            </a:r>
            <a:r>
              <a:rPr sz="938">
                <a:solidFill>
                  <a:srgbClr val="04262E"/>
                </a:solidFill>
                <a:latin typeface="Arial"/>
              </a:rPr>
              <a:t>Browse and search with filters</a:t>
            </a:r>
          </a:p>
          <a:p>
            <a:pPr>
              <a:lnSpc>
                <a:spcPct val="100000"/>
              </a:lnSpc>
              <a:spcAft>
                <a:spcPts val="450"/>
              </a:spcAft>
            </a:pPr>
            <a:r>
              <a:rPr sz="938" b="1">
                <a:solidFill>
                  <a:srgbClr val="00B140"/>
                </a:solidFill>
                <a:latin typeface="Arial"/>
              </a:rPr>
              <a:t>✓  </a:t>
            </a:r>
            <a:r>
              <a:rPr sz="938">
                <a:solidFill>
                  <a:srgbClr val="04262E"/>
                </a:solidFill>
                <a:latin typeface="Arial"/>
              </a:rPr>
              <a:t>One basket, one payment across suppliers</a:t>
            </a:r>
          </a:p>
          <a:p>
            <a:pPr>
              <a:lnSpc>
                <a:spcPct val="100000"/>
              </a:lnSpc>
              <a:spcAft>
                <a:spcPts val="450"/>
              </a:spcAft>
            </a:pPr>
            <a:r>
              <a:rPr sz="938" b="1">
                <a:solidFill>
                  <a:srgbClr val="00B140"/>
                </a:solidFill>
                <a:latin typeface="Arial"/>
              </a:rPr>
              <a:t>✓  </a:t>
            </a:r>
            <a:r>
              <a:rPr sz="938">
                <a:solidFill>
                  <a:srgbClr val="04262E"/>
                </a:solidFill>
                <a:latin typeface="Arial"/>
              </a:rPr>
              <a:t>Suppliers notified with only their own items</a:t>
            </a:r>
          </a:p>
          <a:p>
            <a:pPr>
              <a:lnSpc>
                <a:spcPct val="100000"/>
              </a:lnSpc>
              <a:spcAft>
                <a:spcPts val="450"/>
              </a:spcAft>
            </a:pPr>
            <a:r>
              <a:rPr sz="938" b="1">
                <a:solidFill>
                  <a:srgbClr val="00B140"/>
                </a:solidFill>
                <a:latin typeface="Arial"/>
              </a:rPr>
              <a:t>✓  </a:t>
            </a:r>
            <a:r>
              <a:rPr sz="938">
                <a:solidFill>
                  <a:srgbClr val="04262E"/>
                </a:solidFill>
                <a:latin typeface="Arial"/>
              </a:rPr>
              <a:t>Supplier visible on every product card (client answer)</a:t>
            </a:r>
          </a:p>
        </p:txBody>
      </p:sp>
      <p:sp>
        <p:nvSpPr>
          <p:cNvPr id="5" name="TextBox 4"/>
          <p:cNvSpPr txBox="1"/>
          <p:nvPr/>
        </p:nvSpPr>
        <p:spPr>
          <a:xfrm>
            <a:off x="4732020" y="1405889"/>
            <a:ext cx="3909060" cy="3154680"/>
          </a:xfrm>
          <a:prstGeom prst="rect">
            <a:avLst/>
          </a:prstGeom>
          <a:noFill/>
        </p:spPr>
        <p:txBody>
          <a:bodyPr wrap="square">
            <a:spAutoFit/>
          </a:bodyPr>
          <a:lstStyle/>
          <a:p>
            <a:pPr>
              <a:lnSpc>
                <a:spcPct val="100000"/>
              </a:lnSpc>
              <a:spcAft>
                <a:spcPts val="450"/>
              </a:spcAft>
            </a:pPr>
            <a:r>
              <a:rPr sz="938" b="1">
                <a:solidFill>
                  <a:srgbClr val="940758"/>
                </a:solidFill>
                <a:latin typeface="Arial"/>
              </a:rPr>
              <a:t>SHOULD</a:t>
            </a:r>
          </a:p>
          <a:p>
            <a:pPr>
              <a:lnSpc>
                <a:spcPct val="100000"/>
              </a:lnSpc>
              <a:spcAft>
                <a:spcPts val="450"/>
              </a:spcAft>
            </a:pPr>
            <a:r>
              <a:rPr sz="938" b="1">
                <a:solidFill>
                  <a:srgbClr val="00B140"/>
                </a:solidFill>
                <a:latin typeface="Arial"/>
              </a:rPr>
              <a:t>✓  </a:t>
            </a:r>
            <a:r>
              <a:rPr sz="938">
                <a:solidFill>
                  <a:srgbClr val="04262E"/>
                </a:solidFill>
                <a:latin typeface="Arial"/>
              </a:rPr>
              <a:t>Order confirmation and per-shipment tracking</a:t>
            </a:r>
          </a:p>
          <a:p>
            <a:pPr>
              <a:lnSpc>
                <a:spcPct val="100000"/>
              </a:lnSpc>
              <a:spcAft>
                <a:spcPts val="450"/>
              </a:spcAft>
            </a:pPr>
            <a:r>
              <a:rPr sz="938" b="1">
                <a:solidFill>
                  <a:srgbClr val="00B140"/>
                </a:solidFill>
                <a:latin typeface="Arial"/>
              </a:rPr>
              <a:t>✓  </a:t>
            </a:r>
            <a:r>
              <a:rPr sz="938">
                <a:solidFill>
                  <a:srgbClr val="04262E"/>
                </a:solidFill>
                <a:latin typeface="Arial"/>
              </a:rPr>
              <a:t>Admin approval before suppliers can list</a:t>
            </a:r>
          </a:p>
          <a:p>
            <a:pPr>
              <a:lnSpc>
                <a:spcPct val="100000"/>
              </a:lnSpc>
              <a:spcAft>
                <a:spcPts val="450"/>
              </a:spcAft>
            </a:pPr>
            <a:r>
              <a:rPr sz="938" b="1">
                <a:solidFill>
                  <a:srgbClr val="00B140"/>
                </a:solidFill>
                <a:latin typeface="Arial"/>
              </a:rPr>
              <a:t>✓  </a:t>
            </a:r>
            <a:r>
              <a:rPr sz="938">
                <a:solidFill>
                  <a:srgbClr val="04262E"/>
                </a:solidFill>
                <a:latin typeface="Arial"/>
              </a:rPr>
              <a:t>Admin dashboard: orders, payments, refunds</a:t>
            </a:r>
          </a:p>
          <a:p>
            <a:pPr>
              <a:lnSpc>
                <a:spcPct val="100000"/>
              </a:lnSpc>
              <a:spcAft>
                <a:spcPts val="450"/>
              </a:spcAft>
            </a:pPr>
            <a:r>
              <a:rPr sz="938" b="1">
                <a:solidFill>
                  <a:srgbClr val="00B140"/>
                </a:solidFill>
                <a:latin typeface="Arial"/>
              </a:rPr>
              <a:t>✓  </a:t>
            </a:r>
            <a:r>
              <a:rPr sz="938">
                <a:solidFill>
                  <a:srgbClr val="04262E"/>
                </a:solidFill>
                <a:latin typeface="Arial"/>
              </a:rPr>
              <a:t>Chatbot answers order status from live data</a:t>
            </a:r>
          </a:p>
          <a:p>
            <a:pPr>
              <a:lnSpc>
                <a:spcPct val="100000"/>
              </a:lnSpc>
              <a:spcAft>
                <a:spcPts val="450"/>
              </a:spcAft>
            </a:pPr>
            <a:r>
              <a:rPr sz="938" b="1">
                <a:solidFill>
                  <a:srgbClr val="00B140"/>
                </a:solidFill>
                <a:latin typeface="Arial"/>
              </a:rPr>
              <a:t>✓  </a:t>
            </a:r>
            <a:r>
              <a:rPr sz="938">
                <a:solidFill>
                  <a:srgbClr val="04262E"/>
                </a:solidFill>
                <a:latin typeface="Arial"/>
              </a:rPr>
              <a:t>Chatbot escalates to a human with context</a:t>
            </a:r>
          </a:p>
          <a:p>
            <a:pPr>
              <a:lnSpc>
                <a:spcPct val="100000"/>
              </a:lnSpc>
              <a:spcAft>
                <a:spcPts val="450"/>
              </a:spcAft>
            </a:pPr>
            <a:r>
              <a:rPr sz="938" b="1">
                <a:solidFill>
                  <a:srgbClr val="940758"/>
                </a:solidFill>
                <a:latin typeface="Arial"/>
              </a:rPr>
              <a:t>COULD</a:t>
            </a:r>
          </a:p>
          <a:p>
            <a:pPr>
              <a:lnSpc>
                <a:spcPct val="100000"/>
              </a:lnSpc>
              <a:spcAft>
                <a:spcPts val="450"/>
              </a:spcAft>
            </a:pPr>
            <a:r>
              <a:rPr sz="938" b="1">
                <a:solidFill>
                  <a:srgbClr val="00B140"/>
                </a:solidFill>
                <a:latin typeface="Arial"/>
              </a:rPr>
              <a:t>✓  </a:t>
            </a:r>
            <a:r>
              <a:rPr sz="938">
                <a:solidFill>
                  <a:srgbClr val="04262E"/>
                </a:solidFill>
                <a:latin typeface="Arial"/>
              </a:rPr>
              <a:t>Supplier self-serve chatbot help</a:t>
            </a:r>
          </a:p>
          <a:p>
            <a:pPr>
              <a:lnSpc>
                <a:spcPct val="100000"/>
              </a:lnSpc>
              <a:spcAft>
                <a:spcPts val="450"/>
              </a:spcAft>
            </a:pPr>
            <a:r>
              <a:rPr sz="938" b="1">
                <a:solidFill>
                  <a:srgbClr val="940758"/>
                </a:solidFill>
                <a:latin typeface="Arial"/>
              </a:rPr>
              <a:t>WON'T (this phase, as agreed)</a:t>
            </a:r>
          </a:p>
          <a:p>
            <a:pPr>
              <a:lnSpc>
                <a:spcPct val="100000"/>
              </a:lnSpc>
              <a:spcAft>
                <a:spcPts val="450"/>
              </a:spcAft>
            </a:pPr>
            <a:r>
              <a:rPr sz="938" b="1">
                <a:solidFill>
                  <a:srgbClr val="44655F"/>
                </a:solidFill>
                <a:latin typeface="Arial"/>
              </a:rPr>
              <a:t>—  </a:t>
            </a:r>
            <a:r>
              <a:rPr sz="938">
                <a:solidFill>
                  <a:srgbClr val="04262E"/>
                </a:solidFill>
                <a:latin typeface="Arial"/>
              </a:rPr>
              <a:t>Subscription boxes — deferred to post-launch</a:t>
            </a:r>
          </a:p>
        </p:txBody>
      </p:sp>
      <p:sp>
        <p:nvSpPr>
          <p:cNvPr id="6" name="Rounded Rectangle 5"/>
          <p:cNvSpPr/>
          <p:nvPr/>
        </p:nvSpPr>
        <p:spPr>
          <a:xfrm>
            <a:off x="2345436" y="4526280"/>
            <a:ext cx="4457700" cy="308610"/>
          </a:xfrm>
          <a:prstGeom prst="roundRect">
            <a:avLst>
              <a:gd name="adj" fmla="val 50000"/>
            </a:avLst>
          </a:prstGeom>
          <a:solidFill>
            <a:srgbClr val="E7F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862" b="1">
                <a:solidFill>
                  <a:srgbClr val="03222B"/>
                </a:solidFill>
                <a:latin typeface="Arial"/>
              </a:rPr>
              <a:t>Non-functional requirements (security, stock integrity, accessibility, mobile) — see slide 10.</a:t>
            </a:r>
          </a:p>
        </p:txBody>
      </p:sp>
      <p:sp>
        <p:nvSpPr>
          <p:cNvPr id="7" name="TextBox 6"/>
          <p:cNvSpPr txBox="1"/>
          <p:nvPr/>
        </p:nvSpPr>
        <p:spPr>
          <a:xfrm>
            <a:off x="377190" y="4834890"/>
            <a:ext cx="8366760" cy="240030"/>
          </a:xfrm>
          <a:prstGeom prst="rect">
            <a:avLst/>
          </a:prstGeom>
          <a:noFill/>
        </p:spPr>
        <p:txBody>
          <a:bodyPr wrap="none">
            <a:spAutoFit/>
          </a:bodyPr>
          <a:lstStyle/>
          <a:p>
            <a:r>
              <a:rPr sz="750">
                <a:solidFill>
                  <a:srgbClr val="44655F"/>
                </a:solidFill>
                <a:latin typeface="Arial"/>
              </a:rPr>
              <a:t>Shop Well — client pitch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2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88036"/>
            <a:ext cx="8366760" cy="994410"/>
          </a:xfrm>
          <a:prstGeom prst="rect">
            <a:avLst/>
          </a:prstGeom>
          <a:noFill/>
        </p:spPr>
        <p:txBody>
          <a:bodyPr wrap="square" anchor="t" lIns="0" rIns="0" tIns="0" bIns="0">
            <a:spAutoFit/>
          </a:bodyPr>
          <a:lstStyle/>
          <a:p>
            <a:pPr algn="l">
              <a:lnSpc>
                <a:spcPct val="108000"/>
              </a:lnSpc>
              <a:spcAft>
                <a:spcPts val="450"/>
              </a:spcAft>
            </a:pPr>
            <a:r>
              <a:rPr sz="938" b="1">
                <a:solidFill>
                  <a:srgbClr val="940758"/>
                </a:solidFill>
                <a:latin typeface="Arial"/>
              </a:rPr>
              <a:t>WHERE WE GO NEXT</a:t>
            </a:r>
          </a:p>
          <a:p>
            <a:pPr algn="l">
              <a:lnSpc>
                <a:spcPct val="108000"/>
              </a:lnSpc>
              <a:spcAft>
                <a:spcPts val="300"/>
              </a:spcAft>
            </a:pPr>
            <a:r>
              <a:rPr sz="2325" b="1">
                <a:solidFill>
                  <a:srgbClr val="053238"/>
                </a:solidFill>
                <a:latin typeface="Arial Black"/>
              </a:rPr>
              <a:t>A clear road from prototype to production</a:t>
            </a:r>
          </a:p>
        </p:txBody>
      </p:sp>
      <p:sp>
        <p:nvSpPr>
          <p:cNvPr id="4" name="Rounded Rectangle 3"/>
          <p:cNvSpPr/>
          <p:nvPr/>
        </p:nvSpPr>
        <p:spPr>
          <a:xfrm>
            <a:off x="480060" y="1440180"/>
            <a:ext cx="788670" cy="288036"/>
          </a:xfrm>
          <a:prstGeom prst="roundRect">
            <a:avLst>
              <a:gd name="adj" fmla="val 50000"/>
            </a:avLst>
          </a:prstGeom>
          <a:solidFill>
            <a:srgbClr val="00B1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900" b="1">
                <a:solidFill>
                  <a:srgbClr val="FFFFFF"/>
                </a:solidFill>
                <a:latin typeface="Arial"/>
              </a:rPr>
              <a:t>Today</a:t>
            </a:r>
          </a:p>
        </p:txBody>
      </p:sp>
      <p:sp>
        <p:nvSpPr>
          <p:cNvPr id="5" name="Rounded Rectangle 4"/>
          <p:cNvSpPr/>
          <p:nvPr/>
        </p:nvSpPr>
        <p:spPr>
          <a:xfrm>
            <a:off x="480060" y="1851660"/>
            <a:ext cx="2023110" cy="2400300"/>
          </a:xfrm>
          <a:prstGeom prst="roundRect">
            <a:avLst>
              <a:gd name="adj" fmla="val 7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109728" bIns="41148"/>
          <a:lstStyle/>
          <a:p>
            <a:pPr algn="l">
              <a:lnSpc>
                <a:spcPct val="105000"/>
              </a:lnSpc>
              <a:spcAft>
                <a:spcPts val="225"/>
              </a:spcAft>
            </a:pPr>
            <a:r>
              <a:rPr sz="1088" b="1">
                <a:solidFill>
                  <a:srgbClr val="053238"/>
                </a:solidFill>
                <a:latin typeface="Arial"/>
              </a:rPr>
              <a:t>Working prototype</a:t>
            </a:r>
          </a:p>
          <a:p>
            <a:pPr algn="l">
              <a:lnSpc>
                <a:spcPct val="105000"/>
              </a:lnSpc>
            </a:pPr>
            <a:r>
              <a:rPr sz="862">
                <a:solidFill>
                  <a:srgbClr val="44655F"/>
                </a:solidFill>
                <a:latin typeface="Arial"/>
              </a:rPr>
              <a:t>Everything in this deck: three signed-in roles, full order lifecycle, refunds, approvals, chatbot — tested, containerised and publishing to a registry on every push.</a:t>
            </a:r>
          </a:p>
        </p:txBody>
      </p:sp>
      <p:cxnSp>
        <p:nvCxnSpPr>
          <p:cNvPr id="6" name="Connector 5"/>
          <p:cNvCxnSpPr/>
          <p:nvPr/>
        </p:nvCxnSpPr>
        <p:spPr>
          <a:xfrm>
            <a:off x="2530602" y="3051810"/>
            <a:ext cx="137160" cy="0"/>
          </a:xfrm>
          <a:prstGeom prst="line">
            <a:avLst/>
          </a:prstGeom>
          <a:ln w="28575">
            <a:solidFill>
              <a:srgbClr val="94075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695194" y="1440180"/>
            <a:ext cx="788670" cy="288036"/>
          </a:xfrm>
          <a:prstGeom prst="roundRect">
            <a:avLst>
              <a:gd name="adj" fmla="val 50000"/>
            </a:avLst>
          </a:prstGeom>
          <a:solidFill>
            <a:srgbClr val="0532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900" b="1">
                <a:solidFill>
                  <a:srgbClr val="FFFFFF"/>
                </a:solidFill>
                <a:latin typeface="Arial"/>
              </a:rPr>
              <a:t>Next</a:t>
            </a:r>
          </a:p>
        </p:txBody>
      </p:sp>
      <p:sp>
        <p:nvSpPr>
          <p:cNvPr id="8" name="Rounded Rectangle 7"/>
          <p:cNvSpPr/>
          <p:nvPr/>
        </p:nvSpPr>
        <p:spPr>
          <a:xfrm>
            <a:off x="2695194" y="1851660"/>
            <a:ext cx="2023110" cy="2400300"/>
          </a:xfrm>
          <a:prstGeom prst="roundRect">
            <a:avLst>
              <a:gd name="adj" fmla="val 7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109728" bIns="41148"/>
          <a:lstStyle/>
          <a:p>
            <a:pPr algn="l">
              <a:lnSpc>
                <a:spcPct val="105000"/>
              </a:lnSpc>
              <a:spcAft>
                <a:spcPts val="225"/>
              </a:spcAft>
            </a:pPr>
            <a:r>
              <a:rPr sz="1088" b="1">
                <a:solidFill>
                  <a:srgbClr val="053238"/>
                </a:solidFill>
                <a:latin typeface="Arial"/>
              </a:rPr>
              <a:t>Production foundations</a:t>
            </a:r>
          </a:p>
          <a:p>
            <a:pPr algn="l">
              <a:lnSpc>
                <a:spcPct val="105000"/>
              </a:lnSpc>
            </a:pPr>
            <a:r>
              <a:rPr sz="862">
                <a:solidFill>
                  <a:srgbClr val="44655F"/>
                </a:solidFill>
                <a:latin typeface="Arial"/>
              </a:rPr>
              <a:t>Server-side authentication (bcrypt/argon2, real sessions), the platform database with the REST APIs from the solution map, and Stripe Connect for genuine split payouts.</a:t>
            </a:r>
          </a:p>
        </p:txBody>
      </p:sp>
      <p:cxnSp>
        <p:nvCxnSpPr>
          <p:cNvPr id="9" name="Connector 8"/>
          <p:cNvCxnSpPr/>
          <p:nvPr/>
        </p:nvCxnSpPr>
        <p:spPr>
          <a:xfrm>
            <a:off x="4745736" y="3051810"/>
            <a:ext cx="137160" cy="0"/>
          </a:xfrm>
          <a:prstGeom prst="line">
            <a:avLst/>
          </a:prstGeom>
          <a:ln w="28575">
            <a:solidFill>
              <a:srgbClr val="94075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910328" y="1440180"/>
            <a:ext cx="788670" cy="288036"/>
          </a:xfrm>
          <a:prstGeom prst="roundRect">
            <a:avLst>
              <a:gd name="adj" fmla="val 50000"/>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900" b="1">
                <a:solidFill>
                  <a:srgbClr val="FFFFFF"/>
                </a:solidFill>
                <a:latin typeface="Arial"/>
              </a:rPr>
              <a:t>Then</a:t>
            </a:r>
          </a:p>
        </p:txBody>
      </p:sp>
      <p:sp>
        <p:nvSpPr>
          <p:cNvPr id="11" name="Rounded Rectangle 10"/>
          <p:cNvSpPr/>
          <p:nvPr/>
        </p:nvSpPr>
        <p:spPr>
          <a:xfrm>
            <a:off x="4910328" y="1851660"/>
            <a:ext cx="2023110" cy="2400300"/>
          </a:xfrm>
          <a:prstGeom prst="roundRect">
            <a:avLst>
              <a:gd name="adj" fmla="val 7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109728" bIns="41148"/>
          <a:lstStyle/>
          <a:p>
            <a:pPr algn="l">
              <a:lnSpc>
                <a:spcPct val="105000"/>
              </a:lnSpc>
              <a:spcAft>
                <a:spcPts val="225"/>
              </a:spcAft>
            </a:pPr>
            <a:r>
              <a:rPr sz="1088" b="1">
                <a:solidFill>
                  <a:srgbClr val="053238"/>
                </a:solidFill>
                <a:latin typeface="Arial"/>
              </a:rPr>
              <a:t>Launch hardening</a:t>
            </a:r>
          </a:p>
          <a:p>
            <a:pPr algn="l">
              <a:lnSpc>
                <a:spcPct val="105000"/>
              </a:lnSpc>
            </a:pPr>
            <a:r>
              <a:rPr sz="862">
                <a:solidFill>
                  <a:srgbClr val="44655F"/>
                </a:solidFill>
                <a:latin typeface="Arial"/>
              </a:rPr>
              <a:t>LLM-backed chatbot behind the same guardrails, moderation and server-side storage for supplier photos, per-supplier delivery charges and cut-off times, courier API integration.</a:t>
            </a:r>
          </a:p>
        </p:txBody>
      </p:sp>
      <p:cxnSp>
        <p:nvCxnSpPr>
          <p:cNvPr id="12" name="Connector 11"/>
          <p:cNvCxnSpPr/>
          <p:nvPr/>
        </p:nvCxnSpPr>
        <p:spPr>
          <a:xfrm>
            <a:off x="6960870" y="3051810"/>
            <a:ext cx="137160" cy="0"/>
          </a:xfrm>
          <a:prstGeom prst="line">
            <a:avLst/>
          </a:prstGeom>
          <a:ln w="28575">
            <a:solidFill>
              <a:srgbClr val="94075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125462" y="1440180"/>
            <a:ext cx="788670" cy="288036"/>
          </a:xfrm>
          <a:prstGeom prst="roundRect">
            <a:avLst>
              <a:gd name="adj" fmla="val 50000"/>
            </a:avLst>
          </a:prstGeom>
          <a:solidFill>
            <a:srgbClr val="6B0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900" b="1">
                <a:solidFill>
                  <a:srgbClr val="FFFFFF"/>
                </a:solidFill>
                <a:latin typeface="Arial"/>
              </a:rPr>
              <a:t>Post-launch</a:t>
            </a:r>
          </a:p>
        </p:txBody>
      </p:sp>
      <p:sp>
        <p:nvSpPr>
          <p:cNvPr id="14" name="Rounded Rectangle 13"/>
          <p:cNvSpPr/>
          <p:nvPr/>
        </p:nvSpPr>
        <p:spPr>
          <a:xfrm>
            <a:off x="7125462" y="1851660"/>
            <a:ext cx="2023110" cy="2400300"/>
          </a:xfrm>
          <a:prstGeom prst="roundRect">
            <a:avLst>
              <a:gd name="adj" fmla="val 7000"/>
            </a:avLst>
          </a:prstGeom>
          <a:solidFill>
            <a:srgbClr val="FFFFFF"/>
          </a:solidFill>
          <a:ln w="11906">
            <a:solidFill>
              <a:srgbClr val="D4E8DC"/>
            </a:solidFill>
          </a:ln>
          <a:effectLst/>
        </p:spPr>
        <p:style>
          <a:lnRef idx="1">
            <a:schemeClr val="accent1"/>
          </a:lnRef>
          <a:fillRef idx="3">
            <a:schemeClr val="accent1"/>
          </a:fillRef>
          <a:effectRef idx="2">
            <a:schemeClr val="accent1"/>
          </a:effectRef>
          <a:fontRef idx="minor">
            <a:schemeClr val="lt1"/>
          </a:fontRef>
        </p:style>
        <p:txBody>
          <a:bodyPr rtlCol="0" anchor="t" wrap="square" lIns="96012" rIns="82296" tIns="109728" bIns="41148"/>
          <a:lstStyle/>
          <a:p>
            <a:pPr algn="l">
              <a:lnSpc>
                <a:spcPct val="105000"/>
              </a:lnSpc>
              <a:spcAft>
                <a:spcPts val="225"/>
              </a:spcAft>
            </a:pPr>
            <a:r>
              <a:rPr sz="1088" b="1">
                <a:solidFill>
                  <a:srgbClr val="053238"/>
                </a:solidFill>
                <a:latin typeface="Arial"/>
              </a:rPr>
              <a:t>Growth (as agreed)</a:t>
            </a:r>
          </a:p>
          <a:p>
            <a:pPr algn="l">
              <a:lnSpc>
                <a:spcPct val="105000"/>
              </a:lnSpc>
            </a:pPr>
            <a:r>
              <a:rPr sz="862">
                <a:solidFill>
                  <a:srgbClr val="44655F"/>
                </a:solidFill>
                <a:latin typeface="Arial"/>
              </a:rPr>
              <a:t>Subscription boxes and international expansion — both consciously deferred in the MoSCoW scoping, with the Danish supplier application already flagging the international question.</a:t>
            </a:r>
          </a:p>
        </p:txBody>
      </p:sp>
      <p:sp>
        <p:nvSpPr>
          <p:cNvPr id="15" name="TextBox 14"/>
          <p:cNvSpPr txBox="1"/>
          <p:nvPr/>
        </p:nvSpPr>
        <p:spPr>
          <a:xfrm>
            <a:off x="377190" y="4834890"/>
            <a:ext cx="8366760" cy="240030"/>
          </a:xfrm>
          <a:prstGeom prst="rect">
            <a:avLst/>
          </a:prstGeom>
          <a:noFill/>
        </p:spPr>
        <p:txBody>
          <a:bodyPr wrap="none">
            <a:spAutoFit/>
          </a:bodyPr>
          <a:lstStyle/>
          <a:p>
            <a:r>
              <a:rPr sz="750">
                <a:solidFill>
                  <a:srgbClr val="44655F"/>
                </a:solidFill>
                <a:latin typeface="Arial"/>
              </a:rPr>
              <a:t>Shop Well — client pitch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053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3157" y="-226314"/>
            <a:ext cx="452628" cy="452628"/>
          </a:xfrm>
          <a:prstGeom prst="ellipse">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339471" y="-226314"/>
            <a:ext cx="452628" cy="452628"/>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92099" y="-226314"/>
            <a:ext cx="452628" cy="452628"/>
          </a:xfrm>
          <a:prstGeom prst="ellipse">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44727" y="-226314"/>
            <a:ext cx="452628" cy="452628"/>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97355" y="-226314"/>
            <a:ext cx="452628" cy="452628"/>
          </a:xfrm>
          <a:prstGeom prst="ellipse">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149983" y="-226314"/>
            <a:ext cx="452628" cy="452628"/>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602611" y="-226314"/>
            <a:ext cx="452628" cy="452628"/>
          </a:xfrm>
          <a:prstGeom prst="ellipse">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055239" y="-226314"/>
            <a:ext cx="452628" cy="452628"/>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507867" y="-226314"/>
            <a:ext cx="452628" cy="452628"/>
          </a:xfrm>
          <a:prstGeom prst="ellipse">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960495" y="-226314"/>
            <a:ext cx="452628" cy="452628"/>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413123" y="-226314"/>
            <a:ext cx="452628" cy="452628"/>
          </a:xfrm>
          <a:prstGeom prst="ellipse">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865751" y="-226314"/>
            <a:ext cx="452628" cy="452628"/>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318379" y="-226314"/>
            <a:ext cx="452628" cy="452628"/>
          </a:xfrm>
          <a:prstGeom prst="ellipse">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71007" y="-226314"/>
            <a:ext cx="452628" cy="452628"/>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223635" y="-226314"/>
            <a:ext cx="452628" cy="452628"/>
          </a:xfrm>
          <a:prstGeom prst="ellipse">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76263" y="-226314"/>
            <a:ext cx="452628" cy="452628"/>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28891" y="-226314"/>
            <a:ext cx="452628" cy="452628"/>
          </a:xfrm>
          <a:prstGeom prst="ellipse">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581519" y="-226314"/>
            <a:ext cx="452628" cy="452628"/>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034147" y="-226314"/>
            <a:ext cx="452628" cy="452628"/>
          </a:xfrm>
          <a:prstGeom prst="ellipse">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486775" y="-226314"/>
            <a:ext cx="452628" cy="452628"/>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939403" y="-226314"/>
            <a:ext cx="452628" cy="452628"/>
          </a:xfrm>
          <a:prstGeom prst="ellipse">
            <a:avLst/>
          </a:prstGeom>
          <a:solidFill>
            <a:srgbClr val="9407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392031" y="-226314"/>
            <a:ext cx="452628" cy="452628"/>
          </a:xfrm>
          <a:prstGeom prst="ellipse">
            <a:avLst/>
          </a:prstGeom>
          <a:solidFill>
            <a:srgbClr val="8EF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925830"/>
            <a:ext cx="7475220" cy="1508760"/>
          </a:xfrm>
          <a:prstGeom prst="rect">
            <a:avLst/>
          </a:prstGeom>
          <a:noFill/>
        </p:spPr>
        <p:txBody>
          <a:bodyPr wrap="square" anchor="t" lIns="0" rIns="0" tIns="0" bIns="0">
            <a:spAutoFit/>
          </a:bodyPr>
          <a:lstStyle/>
          <a:p>
            <a:pPr algn="ctr">
              <a:lnSpc>
                <a:spcPct val="108000"/>
              </a:lnSpc>
              <a:spcAft>
                <a:spcPts val="750"/>
              </a:spcAft>
            </a:pPr>
            <a:r>
              <a:rPr sz="3000" b="1">
                <a:solidFill>
                  <a:srgbClr val="FFFFFF"/>
                </a:solidFill>
                <a:latin typeface="Arial Black"/>
              </a:rPr>
              <a:t>See it live in five minutes.</a:t>
            </a:r>
          </a:p>
          <a:p>
            <a:pPr algn="ctr">
              <a:lnSpc>
                <a:spcPct val="108000"/>
              </a:lnSpc>
              <a:spcAft>
                <a:spcPts val="450"/>
              </a:spcAft>
            </a:pPr>
            <a:r>
              <a:rPr sz="1350" b="0">
                <a:solidFill>
                  <a:srgbClr val="8EF050"/>
                </a:solidFill>
                <a:latin typeface="Arial"/>
              </a:rPr>
              <a:t>One basket. Every farm. Shop Well.</a:t>
            </a:r>
          </a:p>
          <a:p>
            <a:pPr algn="ctr">
              <a:lnSpc>
                <a:spcPct val="108000"/>
              </a:lnSpc>
              <a:spcAft>
                <a:spcPts val="300"/>
              </a:spcAft>
            </a:pPr>
            <a:r>
              <a:rPr sz="975" b="0">
                <a:solidFill>
                  <a:srgbClr val="C9EBD6"/>
                </a:solidFill>
                <a:latin typeface="Arial"/>
              </a:rPr>
              <a:t>The demo runs from a double-click — no install, no network needed.</a:t>
            </a:r>
          </a:p>
        </p:txBody>
      </p:sp>
      <p:sp>
        <p:nvSpPr>
          <p:cNvPr id="26" name="Rounded Rectangle 25"/>
          <p:cNvSpPr/>
          <p:nvPr/>
        </p:nvSpPr>
        <p:spPr>
          <a:xfrm>
            <a:off x="2160270" y="2537460"/>
            <a:ext cx="4834890" cy="1783080"/>
          </a:xfrm>
          <a:prstGeom prst="roundRect">
            <a:avLst>
              <a:gd name="adj" fmla="val 8000"/>
            </a:avLst>
          </a:prstGeom>
          <a:solidFill>
            <a:srgbClr val="032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40030" tIns="150876"/>
          <a:lstStyle/>
          <a:p>
            <a:pPr algn="l">
              <a:spcAft>
                <a:spcPts val="600"/>
              </a:spcAft>
            </a:pPr>
            <a:r>
              <a:rPr sz="1125" b="1">
                <a:solidFill>
                  <a:srgbClr val="8EF050"/>
                </a:solidFill>
                <a:latin typeface="Arial"/>
              </a:rPr>
              <a:t>Demo accounts</a:t>
            </a:r>
          </a:p>
          <a:p>
            <a:pPr algn="l">
              <a:spcAft>
                <a:spcPts val="600"/>
              </a:spcAft>
            </a:pPr>
            <a:r>
              <a:rPr sz="975" b="1">
                <a:solidFill>
                  <a:srgbClr val="C9EBD6"/>
                </a:solidFill>
                <a:latin typeface="Arial"/>
              </a:rPr>
              <a:t>Customer:   </a:t>
            </a:r>
            <a:r>
              <a:rPr sz="975">
                <a:solidFill>
                  <a:srgbClr val="FFFFFF"/>
                </a:solidFill>
                <a:latin typeface="Arial"/>
              </a:rPr>
              <a:t>alex.morgan@example.com  /  veg4life</a:t>
            </a:r>
          </a:p>
          <a:p>
            <a:pPr algn="l">
              <a:spcAft>
                <a:spcPts val="600"/>
              </a:spcAft>
            </a:pPr>
            <a:r>
              <a:rPr sz="975" b="1">
                <a:solidFill>
                  <a:srgbClr val="C9EBD6"/>
                </a:solidFill>
                <a:latin typeface="Arial"/>
              </a:rPr>
              <a:t>Supplier:   </a:t>
            </a:r>
            <a:r>
              <a:rPr sz="975">
                <a:solidFill>
                  <a:srgbClr val="FFFFFF"/>
                </a:solidFill>
                <a:latin typeface="Arial"/>
              </a:rPr>
              <a:t>greenfield@example.com  /  grow2026</a:t>
            </a:r>
          </a:p>
          <a:p>
            <a:pPr algn="l">
              <a:spcAft>
                <a:spcPts val="600"/>
              </a:spcAft>
            </a:pPr>
            <a:r>
              <a:rPr sz="975" b="1">
                <a:solidFill>
                  <a:srgbClr val="C9EBD6"/>
                </a:solidFill>
                <a:latin typeface="Arial"/>
              </a:rPr>
              <a:t>Admin:   </a:t>
            </a:r>
            <a:r>
              <a:rPr sz="975">
                <a:solidFill>
                  <a:srgbClr val="FFFFFF"/>
                </a:solidFill>
                <a:latin typeface="Arial"/>
              </a:rPr>
              <a:t>admin@shopwell.example  /  marketday2026</a:t>
            </a:r>
          </a:p>
        </p:txBody>
      </p:sp>
      <p:sp>
        <p:nvSpPr>
          <p:cNvPr id="27" name="TextBox 26"/>
          <p:cNvSpPr txBox="1"/>
          <p:nvPr/>
        </p:nvSpPr>
        <p:spPr>
          <a:xfrm>
            <a:off x="377190" y="4834890"/>
            <a:ext cx="8366760" cy="240030"/>
          </a:xfrm>
          <a:prstGeom prst="rect">
            <a:avLst/>
          </a:prstGeom>
          <a:noFill/>
        </p:spPr>
        <p:txBody>
          <a:bodyPr wrap="none">
            <a:spAutoFit/>
          </a:bodyPr>
          <a:lstStyle/>
          <a:p>
            <a:r>
              <a:rPr sz="750">
                <a:solidFill>
                  <a:srgbClr val="E2F5E9"/>
                </a:solidFill>
                <a:latin typeface="Arial"/>
              </a:rPr>
              <a:t>Shop Well — client pitch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magine 15" descr="Reply Green 0.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17" name="Immagine 16" descr="Reply SpA - RUNNING MAN_White_RGB.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8203" y="2057708"/>
            <a:ext cx="1167594" cy="1167594"/>
          </a:xfrm>
          <a:prstGeom prst="rect">
            <a:avLst/>
          </a:prstGeom>
        </p:spPr>
      </p:pic>
    </p:spTree>
    <p:extLst>
      <p:ext uri="{BB962C8B-B14F-4D97-AF65-F5344CB8AC3E}">
        <p14:creationId xmlns:p14="http://schemas.microsoft.com/office/powerpoint/2010/main" val="3001943128"/>
      </p:ext>
    </p:extLst>
  </p:cSld>
  <p:clrMapOvr>
    <a:masterClrMapping/>
  </p:clrMapOvr>
</p:sld>
</file>

<file path=ppt/theme/theme1.xml><?xml version="1.0" encoding="utf-8"?>
<a:theme xmlns:a="http://schemas.openxmlformats.org/drawingml/2006/main" name="Reply">
  <a:themeElements>
    <a:clrScheme name="Custom 28">
      <a:dk1>
        <a:srgbClr val="000000"/>
      </a:dk1>
      <a:lt1>
        <a:sysClr val="window" lastClr="FFFFFF"/>
      </a:lt1>
      <a:dk2>
        <a:srgbClr val="053238"/>
      </a:dk2>
      <a:lt2>
        <a:srgbClr val="00B13F"/>
      </a:lt2>
      <a:accent1>
        <a:srgbClr val="8EF050"/>
      </a:accent1>
      <a:accent2>
        <a:srgbClr val="00B140"/>
      </a:accent2>
      <a:accent3>
        <a:srgbClr val="2E7CFA"/>
      </a:accent3>
      <a:accent4>
        <a:srgbClr val="940758"/>
      </a:accent4>
      <a:accent5>
        <a:srgbClr val="F54343"/>
      </a:accent5>
      <a:accent6>
        <a:srgbClr val="FFC000"/>
      </a:accent6>
      <a:hlink>
        <a:srgbClr val="D1E420"/>
      </a:hlink>
      <a:folHlink>
        <a:srgbClr val="22C0BC"/>
      </a:folHlink>
    </a:clrScheme>
    <a:fontScheme name="Office classico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rgbClr val="FFFFFF"/>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400" dirty="0" err="1" smtClean="0"/>
        </a:defPPr>
      </a:lstStyle>
    </a:txDef>
  </a:objectDefaults>
  <a:extraClrSchemeLst/>
  <a:extLst>
    <a:ext uri="{05A4C25C-085E-4340-85A3-A5531E510DB2}">
      <thm15:themeFamily xmlns:thm15="http://schemas.microsoft.com/office/thememl/2012/main" name="Presentation4" id="{097ED64C-1469-4E9B-A6EE-E169F18D7DB3}" vid="{B73C506B-0DF6-4CFA-9B1D-8AAF7C79760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b00367e2-193a-4f48-94de-7245d45c0947}" enabled="0" method="" siteId="{b00367e2-193a-4f48-94de-7245d45c0947}" removed="1"/>
</clbl:labelList>
</file>

<file path=docProps/app.xml><?xml version="1.0" encoding="utf-8"?>
<Properties xmlns="http://schemas.openxmlformats.org/officeDocument/2006/extended-properties" xmlns:vt="http://schemas.openxmlformats.org/officeDocument/2006/docPropsVTypes">
  <TotalTime>0</TotalTime>
  <Words>19</Words>
  <Application>Microsoft Office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Arial Black</vt:lpstr>
      <vt:lpstr>Calibri</vt:lpstr>
      <vt:lpstr>Wingdings</vt:lpstr>
      <vt:lpstr>Reply</vt:lpstr>
      <vt:lpstr>Shop well project</vt:lpstr>
      <vt:lpstr>The project task</vt:lpstr>
      <vt:lpstr>...</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Sabrina Poll</cp:lastModifiedBy>
  <cp:revision>3</cp:revision>
  <dcterms:created xsi:type="dcterms:W3CDTF">2025-07-03T08:34:26Z</dcterms:created>
  <dcterms:modified xsi:type="dcterms:W3CDTF">2026-07-06T15:43:45Z</dcterms:modified>
</cp:coreProperties>
</file>